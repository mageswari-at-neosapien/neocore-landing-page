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61" r:id="rId6"/>
    <p:sldId id="262" r:id="rId7"/>
    <p:sldId id="266" r:id="rId8"/>
    <p:sldId id="263" r:id="rId9"/>
    <p:sldId id="264" r:id="rId10"/>
    <p:sldId id="270" r:id="rId11"/>
    <p:sldId id="271" r:id="rId12"/>
    <p:sldId id="272" r:id="rId13"/>
    <p:sldId id="267" r:id="rId14"/>
    <p:sldId id="268" r:id="rId15"/>
  </p:sldIdLst>
  <p:sldSz cx="12192000" cy="6858000"/>
  <p:notesSz cx="6858000" cy="12192000"/>
  <p:embeddedFontLst>
    <p:embeddedFont>
      <p:font typeface="Georgia" panose="02040502050405020303" pitchFamily="18" charset="0"/>
      <p:regular r:id="rId17"/>
      <p:bold r:id="rId18"/>
      <p:italic r:id="rId19"/>
      <p:boldItalic r:id="rId20"/>
    </p:embeddedFont>
    <p:embeddedFont>
      <p:font typeface="Mada" panose="020B0604020202020204" charset="-78"/>
      <p:regular r:id="rId21"/>
      <p:bold r:id="rId22"/>
    </p:embeddedFont>
    <p:embeddedFont>
      <p:font typeface="Outfit" panose="020B0604020202020204" charset="0"/>
      <p:regular r:id="rId23"/>
      <p:bold r:id="rId24"/>
    </p:embeddedFont>
    <p:embeddedFont>
      <p:font typeface="Outfit ExtraBold" panose="020B0604020202020204" charset="0"/>
      <p:bold r:id="rId25"/>
    </p:embeddedFont>
    <p:embeddedFont>
      <p:font typeface="Outfit Medium" panose="020B0604020202020204" charset="0"/>
      <p:regular r:id="rId26"/>
      <p:bold r:id="rId27"/>
    </p:embeddedFont>
    <p:embeddedFont>
      <p:font typeface="Outfit SemiBold" panose="020B0604020202020204" charset="0"/>
      <p:regular r:id="rId28"/>
      <p:bold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24"/>
    <a:srgbClr val="00BF63"/>
    <a:srgbClr val="0026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54ACEA-8A9C-46A4-AC9C-EC5D59A410DC}" v="17" dt="2026-07-30T06:40:39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, Prashanth" userId="14adee4d-8c63-488e-9151-e5503886a677" providerId="ADAL" clId="{16CC7241-C0C8-43F1-B065-8A0AA916B5F2}"/>
    <pc:docChg chg="undo custSel addSld delSld modSld sldOrd">
      <pc:chgData name="S, Prashanth" userId="14adee4d-8c63-488e-9151-e5503886a677" providerId="ADAL" clId="{16CC7241-C0C8-43F1-B065-8A0AA916B5F2}" dt="2026-07-30T07:51:31.688" v="9605" actId="14100"/>
      <pc:docMkLst>
        <pc:docMk/>
      </pc:docMkLst>
      <pc:sldChg chg="modSp mod">
        <pc:chgData name="S, Prashanth" userId="14adee4d-8c63-488e-9151-e5503886a677" providerId="ADAL" clId="{16CC7241-C0C8-43F1-B065-8A0AA916B5F2}" dt="2026-07-06T10:09:23.418" v="3515" actId="20577"/>
        <pc:sldMkLst>
          <pc:docMk/>
          <pc:sldMk cId="0" sldId="256"/>
        </pc:sldMkLst>
        <pc:spChg chg="mod">
          <ac:chgData name="S, Prashanth" userId="14adee4d-8c63-488e-9151-e5503886a677" providerId="ADAL" clId="{16CC7241-C0C8-43F1-B065-8A0AA916B5F2}" dt="2026-07-06T10:09:23.418" v="3515" actId="20577"/>
          <ac:spMkLst>
            <pc:docMk/>
            <pc:sldMk cId="0" sldId="256"/>
            <ac:spMk id="86" creationId="{00000000-0000-0000-0000-000000000000}"/>
          </ac:spMkLst>
        </pc:spChg>
      </pc:sldChg>
      <pc:sldChg chg="modSp mod">
        <pc:chgData name="S, Prashanth" userId="14adee4d-8c63-488e-9151-e5503886a677" providerId="ADAL" clId="{16CC7241-C0C8-43F1-B065-8A0AA916B5F2}" dt="2026-07-29T07:44:14.158" v="9002" actId="20577"/>
        <pc:sldMkLst>
          <pc:docMk/>
          <pc:sldMk cId="0" sldId="257"/>
        </pc:sldMkLst>
        <pc:spChg chg="mod">
          <ac:chgData name="S, Prashanth" userId="14adee4d-8c63-488e-9151-e5503886a677" providerId="ADAL" clId="{16CC7241-C0C8-43F1-B065-8A0AA916B5F2}" dt="2026-07-29T07:44:14.158" v="9002" actId="20577"/>
          <ac:spMkLst>
            <pc:docMk/>
            <pc:sldMk cId="0" sldId="257"/>
            <ac:spMk id="100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28T12:13:35.632" v="6432" actId="20577"/>
          <ac:spMkLst>
            <pc:docMk/>
            <pc:sldMk cId="0" sldId="257"/>
            <ac:spMk id="106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28T12:14:47.443" v="6441" actId="14100"/>
          <ac:spMkLst>
            <pc:docMk/>
            <pc:sldMk cId="0" sldId="257"/>
            <ac:spMk id="107" creationId="{00000000-0000-0000-0000-000000000000}"/>
          </ac:spMkLst>
        </pc:spChg>
      </pc:sldChg>
      <pc:sldChg chg="addSp delSp modSp mod">
        <pc:chgData name="S, Prashanth" userId="14adee4d-8c63-488e-9151-e5503886a677" providerId="ADAL" clId="{16CC7241-C0C8-43F1-B065-8A0AA916B5F2}" dt="2026-07-30T07:51:31.688" v="9605" actId="14100"/>
        <pc:sldMkLst>
          <pc:docMk/>
          <pc:sldMk cId="0" sldId="258"/>
        </pc:sldMkLst>
        <pc:spChg chg="add mod">
          <ac:chgData name="S, Prashanth" userId="14adee4d-8c63-488e-9151-e5503886a677" providerId="ADAL" clId="{16CC7241-C0C8-43F1-B065-8A0AA916B5F2}" dt="2026-07-28T12:34:10.461" v="7524" actId="14100"/>
          <ac:spMkLst>
            <pc:docMk/>
            <pc:sldMk cId="0" sldId="258"/>
            <ac:spMk id="6" creationId="{539FEBE6-C73C-D814-295F-D6D0241E457E}"/>
          </ac:spMkLst>
        </pc:spChg>
        <pc:spChg chg="add mod">
          <ac:chgData name="S, Prashanth" userId="14adee4d-8c63-488e-9151-e5503886a677" providerId="ADAL" clId="{16CC7241-C0C8-43F1-B065-8A0AA916B5F2}" dt="2026-07-28T12:35:48.020" v="7621" actId="20577"/>
          <ac:spMkLst>
            <pc:docMk/>
            <pc:sldMk cId="0" sldId="258"/>
            <ac:spMk id="7" creationId="{C5638405-F573-7AB6-DC69-1EC1650B3E7B}"/>
          </ac:spMkLst>
        </pc:spChg>
        <pc:spChg chg="add mod">
          <ac:chgData name="S, Prashanth" userId="14adee4d-8c63-488e-9151-e5503886a677" providerId="ADAL" clId="{16CC7241-C0C8-43F1-B065-8A0AA916B5F2}" dt="2026-07-28T12:36:27.320" v="7751" actId="1036"/>
          <ac:spMkLst>
            <pc:docMk/>
            <pc:sldMk cId="0" sldId="258"/>
            <ac:spMk id="9" creationId="{D6F4D9A9-53D0-85BC-9A27-A71488973D80}"/>
          </ac:spMkLst>
        </pc:spChg>
        <pc:spChg chg="mod">
          <ac:chgData name="S, Prashanth" userId="14adee4d-8c63-488e-9151-e5503886a677" providerId="ADAL" clId="{16CC7241-C0C8-43F1-B065-8A0AA916B5F2}" dt="2026-07-28T12:11:08.795" v="6106" actId="20577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28T12:35:04.545" v="7616" actId="207"/>
          <ac:spMkLst>
            <pc:docMk/>
            <pc:sldMk cId="0" sldId="258"/>
            <ac:spMk id="119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30T07:50:03.240" v="9497" actId="12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30T07:51:08.007" v="9595" actId="20577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30T07:51:31.688" v="9605" actId="14100"/>
          <ac:spMkLst>
            <pc:docMk/>
            <pc:sldMk cId="0" sldId="258"/>
            <ac:spMk id="125" creationId="{00000000-0000-0000-0000-000000000000}"/>
          </ac:spMkLst>
        </pc:spChg>
        <pc:picChg chg="add mod">
          <ac:chgData name="S, Prashanth" userId="14adee4d-8c63-488e-9151-e5503886a677" providerId="ADAL" clId="{16CC7241-C0C8-43F1-B065-8A0AA916B5F2}" dt="2026-07-28T12:09:49.191" v="5969" actId="1036"/>
          <ac:picMkLst>
            <pc:docMk/>
            <pc:sldMk cId="0" sldId="258"/>
            <ac:picMk id="2" creationId="{00000000-0000-0000-0000-000000000000}"/>
          </ac:picMkLst>
        </pc:picChg>
        <pc:picChg chg="add mod">
          <ac:chgData name="S, Prashanth" userId="14adee4d-8c63-488e-9151-e5503886a677" providerId="ADAL" clId="{16CC7241-C0C8-43F1-B065-8A0AA916B5F2}" dt="2026-07-28T12:11:45.035" v="6244" actId="14100"/>
          <ac:picMkLst>
            <pc:docMk/>
            <pc:sldMk cId="0" sldId="258"/>
            <ac:picMk id="4" creationId="{829273C7-F4F5-A1FD-A35A-EC6F59887D95}"/>
          </ac:picMkLst>
        </pc:picChg>
        <pc:picChg chg="mod">
          <ac:chgData name="S, Prashanth" userId="14adee4d-8c63-488e-9151-e5503886a677" providerId="ADAL" clId="{16CC7241-C0C8-43F1-B065-8A0AA916B5F2}" dt="2026-07-28T12:12:21.842" v="6269" actId="1037"/>
          <ac:picMkLst>
            <pc:docMk/>
            <pc:sldMk cId="0" sldId="258"/>
            <ac:picMk id="115" creationId="{00000000-0000-0000-0000-000000000000}"/>
          </ac:picMkLst>
        </pc:picChg>
        <pc:cxnChg chg="mod">
          <ac:chgData name="S, Prashanth" userId="14adee4d-8c63-488e-9151-e5503886a677" providerId="ADAL" clId="{16CC7241-C0C8-43F1-B065-8A0AA916B5F2}" dt="2026-07-28T12:36:38.469" v="7769" actId="1036"/>
          <ac:cxnSpMkLst>
            <pc:docMk/>
            <pc:sldMk cId="0" sldId="258"/>
            <ac:cxnSpMk id="121" creationId="{00000000-0000-0000-0000-000000000000}"/>
          </ac:cxnSpMkLst>
        </pc:cxnChg>
        <pc:cxnChg chg="mod">
          <ac:chgData name="S, Prashanth" userId="14adee4d-8c63-488e-9151-e5503886a677" providerId="ADAL" clId="{16CC7241-C0C8-43F1-B065-8A0AA916B5F2}" dt="2026-07-28T12:36:38.469" v="7769" actId="1036"/>
          <ac:cxnSpMkLst>
            <pc:docMk/>
            <pc:sldMk cId="0" sldId="258"/>
            <ac:cxnSpMk id="122" creationId="{00000000-0000-0000-0000-000000000000}"/>
          </ac:cxnSpMkLst>
        </pc:cxnChg>
      </pc:sldChg>
      <pc:sldChg chg="addSp modSp mod">
        <pc:chgData name="S, Prashanth" userId="14adee4d-8c63-488e-9151-e5503886a677" providerId="ADAL" clId="{16CC7241-C0C8-43F1-B065-8A0AA916B5F2}" dt="2026-07-29T07:40:16.712" v="8765" actId="20577"/>
        <pc:sldMkLst>
          <pc:docMk/>
          <pc:sldMk cId="0" sldId="261"/>
        </pc:sldMkLst>
        <pc:spChg chg="add mod">
          <ac:chgData name="S, Prashanth" userId="14adee4d-8c63-488e-9151-e5503886a677" providerId="ADAL" clId="{16CC7241-C0C8-43F1-B065-8A0AA916B5F2}" dt="2026-07-29T07:37:46.108" v="8585" actId="14100"/>
          <ac:spMkLst>
            <pc:docMk/>
            <pc:sldMk cId="0" sldId="261"/>
            <ac:spMk id="6" creationId="{72EF52FB-2DF4-D395-986B-0D7C759B560E}"/>
          </ac:spMkLst>
        </pc:spChg>
        <pc:spChg chg="add mod">
          <ac:chgData name="S, Prashanth" userId="14adee4d-8c63-488e-9151-e5503886a677" providerId="ADAL" clId="{16CC7241-C0C8-43F1-B065-8A0AA916B5F2}" dt="2026-07-29T07:37:35.481" v="8572" actId="571"/>
          <ac:spMkLst>
            <pc:docMk/>
            <pc:sldMk cId="0" sldId="261"/>
            <ac:spMk id="7" creationId="{D0C9ED41-574E-E72C-E108-A004984D9140}"/>
          </ac:spMkLst>
        </pc:spChg>
        <pc:spChg chg="add mod">
          <ac:chgData name="S, Prashanth" userId="14adee4d-8c63-488e-9151-e5503886a677" providerId="ADAL" clId="{16CC7241-C0C8-43F1-B065-8A0AA916B5F2}" dt="2026-07-29T07:40:16.712" v="8765" actId="20577"/>
          <ac:spMkLst>
            <pc:docMk/>
            <pc:sldMk cId="0" sldId="261"/>
            <ac:spMk id="8" creationId="{9997FCC7-AC22-9F48-1912-227918B5B89F}"/>
          </ac:spMkLst>
        </pc:spChg>
        <pc:spChg chg="mod">
          <ac:chgData name="S, Prashanth" userId="14adee4d-8c63-488e-9151-e5503886a677" providerId="ADAL" clId="{16CC7241-C0C8-43F1-B065-8A0AA916B5F2}" dt="2026-07-29T07:37:21.562" v="8571" actId="1035"/>
          <ac:spMkLst>
            <pc:docMk/>
            <pc:sldMk cId="0" sldId="261"/>
            <ac:spMk id="216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29T07:37:08.659" v="8526" actId="1035"/>
          <ac:spMkLst>
            <pc:docMk/>
            <pc:sldMk cId="0" sldId="261"/>
            <ac:spMk id="221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29T07:37:08.659" v="8526" actId="1035"/>
          <ac:spMkLst>
            <pc:docMk/>
            <pc:sldMk cId="0" sldId="261"/>
            <ac:spMk id="222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29T07:37:08.659" v="8526" actId="1035"/>
          <ac:spMkLst>
            <pc:docMk/>
            <pc:sldMk cId="0" sldId="261"/>
            <ac:spMk id="223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29T07:37:21.562" v="8571" actId="1035"/>
          <ac:spMkLst>
            <pc:docMk/>
            <pc:sldMk cId="0" sldId="261"/>
            <ac:spMk id="224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29T07:37:21.562" v="8571" actId="1035"/>
          <ac:spMkLst>
            <pc:docMk/>
            <pc:sldMk cId="0" sldId="261"/>
            <ac:spMk id="225" creationId="{00000000-0000-0000-0000-000000000000}"/>
          </ac:spMkLst>
        </pc:spChg>
        <pc:cxnChg chg="add mod">
          <ac:chgData name="S, Prashanth" userId="14adee4d-8c63-488e-9151-e5503886a677" providerId="ADAL" clId="{16CC7241-C0C8-43F1-B065-8A0AA916B5F2}" dt="2026-07-29T07:37:35.481" v="8572" actId="571"/>
          <ac:cxnSpMkLst>
            <pc:docMk/>
            <pc:sldMk cId="0" sldId="261"/>
            <ac:cxnSpMk id="9" creationId="{BCB4DFAA-F690-B0C2-894F-FC9D9BE76C7D}"/>
          </ac:cxnSpMkLst>
        </pc:cxnChg>
        <pc:cxnChg chg="mod">
          <ac:chgData name="S, Prashanth" userId="14adee4d-8c63-488e-9151-e5503886a677" providerId="ADAL" clId="{16CC7241-C0C8-43F1-B065-8A0AA916B5F2}" dt="2026-07-29T07:37:02.386" v="8514" actId="1035"/>
          <ac:cxnSpMkLst>
            <pc:docMk/>
            <pc:sldMk cId="0" sldId="261"/>
            <ac:cxnSpMk id="226" creationId="{00000000-0000-0000-0000-000000000000}"/>
          </ac:cxnSpMkLst>
        </pc:cxnChg>
        <pc:cxnChg chg="mod">
          <ac:chgData name="S, Prashanth" userId="14adee4d-8c63-488e-9151-e5503886a677" providerId="ADAL" clId="{16CC7241-C0C8-43F1-B065-8A0AA916B5F2}" dt="2026-07-29T07:37:14.351" v="8548" actId="1036"/>
          <ac:cxnSpMkLst>
            <pc:docMk/>
            <pc:sldMk cId="0" sldId="261"/>
            <ac:cxnSpMk id="227" creationId="{00000000-0000-0000-0000-000000000000}"/>
          </ac:cxnSpMkLst>
        </pc:cxnChg>
      </pc:sldChg>
      <pc:sldChg chg="modSp mod">
        <pc:chgData name="S, Prashanth" userId="14adee4d-8c63-488e-9151-e5503886a677" providerId="ADAL" clId="{16CC7241-C0C8-43F1-B065-8A0AA916B5F2}" dt="2026-07-29T07:40:53.288" v="8834" actId="20577"/>
        <pc:sldMkLst>
          <pc:docMk/>
          <pc:sldMk cId="0" sldId="262"/>
        </pc:sldMkLst>
        <pc:spChg chg="mod">
          <ac:chgData name="S, Prashanth" userId="14adee4d-8c63-488e-9151-e5503886a677" providerId="ADAL" clId="{16CC7241-C0C8-43F1-B065-8A0AA916B5F2}" dt="2026-07-29T07:40:53.288" v="8834" actId="20577"/>
          <ac:spMkLst>
            <pc:docMk/>
            <pc:sldMk cId="0" sldId="262"/>
            <ac:spMk id="259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10T05:53:26.999" v="4957" actId="207"/>
          <ac:spMkLst>
            <pc:docMk/>
            <pc:sldMk cId="0" sldId="262"/>
            <ac:spMk id="266" creationId="{00000000-0000-0000-0000-000000000000}"/>
          </ac:spMkLst>
        </pc:spChg>
      </pc:sldChg>
      <pc:sldChg chg="modSp mod">
        <pc:chgData name="S, Prashanth" userId="14adee4d-8c63-488e-9151-e5503886a677" providerId="ADAL" clId="{16CC7241-C0C8-43F1-B065-8A0AA916B5F2}" dt="2026-07-16T12:00:54.194" v="5648" actId="1038"/>
        <pc:sldMkLst>
          <pc:docMk/>
          <pc:sldMk cId="0" sldId="263"/>
        </pc:sldMkLst>
        <pc:spChg chg="mod">
          <ac:chgData name="S, Prashanth" userId="14adee4d-8c63-488e-9151-e5503886a677" providerId="ADAL" clId="{16CC7241-C0C8-43F1-B065-8A0AA916B5F2}" dt="2026-07-10T05:53:42.335" v="4979" actId="1038"/>
          <ac:spMkLst>
            <pc:docMk/>
            <pc:sldMk cId="0" sldId="263"/>
            <ac:spMk id="277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10T05:53:42.335" v="4979" actId="1038"/>
          <ac:spMkLst>
            <pc:docMk/>
            <pc:sldMk cId="0" sldId="263"/>
            <ac:spMk id="279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10T05:53:42.335" v="4979" actId="1038"/>
          <ac:spMkLst>
            <pc:docMk/>
            <pc:sldMk cId="0" sldId="263"/>
            <ac:spMk id="283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16T12:00:54.194" v="5648" actId="1038"/>
          <ac:spMkLst>
            <pc:docMk/>
            <pc:sldMk cId="0" sldId="263"/>
            <ac:spMk id="284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10T05:53:42.335" v="4979" actId="1038"/>
          <ac:spMkLst>
            <pc:docMk/>
            <pc:sldMk cId="0" sldId="263"/>
            <ac:spMk id="287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10T05:53:42.335" v="4979" actId="1038"/>
          <ac:spMkLst>
            <pc:docMk/>
            <pc:sldMk cId="0" sldId="263"/>
            <ac:spMk id="288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10T05:53:42.335" v="4979" actId="1038"/>
          <ac:spMkLst>
            <pc:docMk/>
            <pc:sldMk cId="0" sldId="263"/>
            <ac:spMk id="290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16T11:59:03.481" v="5609" actId="20577"/>
          <ac:spMkLst>
            <pc:docMk/>
            <pc:sldMk cId="0" sldId="263"/>
            <ac:spMk id="293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10T05:53:47.175" v="4996" actId="1037"/>
          <ac:spMkLst>
            <pc:docMk/>
            <pc:sldMk cId="0" sldId="263"/>
            <ac:spMk id="294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10T05:53:42.335" v="4979" actId="1038"/>
          <ac:spMkLst>
            <pc:docMk/>
            <pc:sldMk cId="0" sldId="263"/>
            <ac:spMk id="308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16T11:59:31.057" v="5626" actId="20577"/>
          <ac:spMkLst>
            <pc:docMk/>
            <pc:sldMk cId="0" sldId="263"/>
            <ac:spMk id="309" creationId="{00000000-0000-0000-0000-000000000000}"/>
          </ac:spMkLst>
        </pc:spChg>
        <pc:spChg chg="mod">
          <ac:chgData name="S, Prashanth" userId="14adee4d-8c63-488e-9151-e5503886a677" providerId="ADAL" clId="{16CC7241-C0C8-43F1-B065-8A0AA916B5F2}" dt="2026-07-10T05:53:42.335" v="4979" actId="1038"/>
          <ac:spMkLst>
            <pc:docMk/>
            <pc:sldMk cId="0" sldId="263"/>
            <ac:spMk id="310" creationId="{00000000-0000-0000-0000-000000000000}"/>
          </ac:spMkLst>
        </pc:spChg>
      </pc:sldChg>
      <pc:sldChg chg="addSp delSp modSp mod">
        <pc:chgData name="S, Prashanth" userId="14adee4d-8c63-488e-9151-e5503886a677" providerId="ADAL" clId="{16CC7241-C0C8-43F1-B065-8A0AA916B5F2}" dt="2026-07-30T06:41:17.627" v="9300" actId="1036"/>
        <pc:sldMkLst>
          <pc:docMk/>
          <pc:sldMk cId="0" sldId="264"/>
        </pc:sldMkLst>
        <pc:spChg chg="add mod">
          <ac:chgData name="S, Prashanth" userId="14adee4d-8c63-488e-9151-e5503886a677" providerId="ADAL" clId="{16CC7241-C0C8-43F1-B065-8A0AA916B5F2}" dt="2026-07-08T17:43:09.383" v="3942" actId="20577"/>
          <ac:spMkLst>
            <pc:docMk/>
            <pc:sldMk cId="0" sldId="264"/>
            <ac:spMk id="5" creationId="{7E91EA3B-DA27-BFE0-37D6-B9FECA2EA39E}"/>
          </ac:spMkLst>
        </pc:spChg>
        <pc:spChg chg="add mod">
          <ac:chgData name="S, Prashanth" userId="14adee4d-8c63-488e-9151-e5503886a677" providerId="ADAL" clId="{16CC7241-C0C8-43F1-B065-8A0AA916B5F2}" dt="2026-07-30T06:40:39.329" v="9166" actId="571"/>
          <ac:spMkLst>
            <pc:docMk/>
            <pc:sldMk cId="0" sldId="264"/>
            <ac:spMk id="8" creationId="{331A1291-5F3F-B08B-696F-78D1A5A0C7DD}"/>
          </ac:spMkLst>
        </pc:spChg>
        <pc:spChg chg="add mod">
          <ac:chgData name="S, Prashanth" userId="14adee4d-8c63-488e-9151-e5503886a677" providerId="ADAL" clId="{16CC7241-C0C8-43F1-B065-8A0AA916B5F2}" dt="2026-07-29T15:22:41.043" v="9164" actId="1036"/>
          <ac:spMkLst>
            <pc:docMk/>
            <pc:sldMk cId="0" sldId="264"/>
            <ac:spMk id="17" creationId="{4B33A3E5-F3FE-F55C-C663-7F58846E9D7A}"/>
          </ac:spMkLst>
        </pc:spChg>
        <pc:spChg chg="add mod">
          <ac:chgData name="S, Prashanth" userId="14adee4d-8c63-488e-9151-e5503886a677" providerId="ADAL" clId="{16CC7241-C0C8-43F1-B065-8A0AA916B5F2}" dt="2026-07-30T06:40:39.329" v="9166" actId="571"/>
          <ac:spMkLst>
            <pc:docMk/>
            <pc:sldMk cId="0" sldId="264"/>
            <ac:spMk id="18" creationId="{2C206BC6-5D5A-427D-EB46-76B0C8986BEA}"/>
          </ac:spMkLst>
        </pc:spChg>
        <pc:spChg chg="add mod">
          <ac:chgData name="S, Prashanth" userId="14adee4d-8c63-488e-9151-e5503886a677" providerId="ADAL" clId="{16CC7241-C0C8-43F1-B065-8A0AA916B5F2}" dt="2026-07-30T06:41:17.627" v="9300" actId="1036"/>
          <ac:spMkLst>
            <pc:docMk/>
            <pc:sldMk cId="0" sldId="264"/>
            <ac:spMk id="22" creationId="{823F6E31-1E68-107F-758D-C6D3F4709B49}"/>
          </ac:spMkLst>
        </pc:spChg>
        <pc:spChg chg="add mod">
          <ac:chgData name="S, Prashanth" userId="14adee4d-8c63-488e-9151-e5503886a677" providerId="ADAL" clId="{16CC7241-C0C8-43F1-B065-8A0AA916B5F2}" dt="2026-07-09T08:02:15.637" v="4702" actId="1038"/>
          <ac:spMkLst>
            <pc:docMk/>
            <pc:sldMk cId="0" sldId="264"/>
            <ac:spMk id="23" creationId="{9CE991B8-7718-5181-68D6-7BE578F6F0B3}"/>
          </ac:spMkLst>
        </pc:spChg>
        <pc:spChg chg="mod">
          <ac:chgData name="S, Prashanth" userId="14adee4d-8c63-488e-9151-e5503886a677" providerId="ADAL" clId="{16CC7241-C0C8-43F1-B065-8A0AA916B5F2}" dt="2026-07-29T07:41:34.601" v="8851" actId="14100"/>
          <ac:spMkLst>
            <pc:docMk/>
            <pc:sldMk cId="0" sldId="264"/>
            <ac:spMk id="332" creationId="{00000000-0000-0000-0000-000000000000}"/>
          </ac:spMkLst>
        </pc:spChg>
        <pc:picChg chg="add mod">
          <ac:chgData name="S, Prashanth" userId="14adee4d-8c63-488e-9151-e5503886a677" providerId="ADAL" clId="{16CC7241-C0C8-43F1-B065-8A0AA916B5F2}" dt="2026-07-08T17:47:45.353" v="4273" actId="1035"/>
          <ac:picMkLst>
            <pc:docMk/>
            <pc:sldMk cId="0" sldId="264"/>
            <ac:picMk id="6" creationId="{27D7CE48-FB70-1FA9-3AB4-7F08549A1D32}"/>
          </ac:picMkLst>
        </pc:picChg>
        <pc:picChg chg="add mod">
          <ac:chgData name="S, Prashanth" userId="14adee4d-8c63-488e-9151-e5503886a677" providerId="ADAL" clId="{16CC7241-C0C8-43F1-B065-8A0AA916B5F2}" dt="2026-07-20T17:24:12.563" v="5802" actId="1037"/>
          <ac:picMkLst>
            <pc:docMk/>
            <pc:sldMk cId="0" sldId="264"/>
            <ac:picMk id="7" creationId="{8C3AB7FA-C951-0B20-EBCF-F5CAAA60F15D}"/>
          </ac:picMkLst>
        </pc:picChg>
        <pc:picChg chg="add mod">
          <ac:chgData name="S, Prashanth" userId="14adee4d-8c63-488e-9151-e5503886a677" providerId="ADAL" clId="{16CC7241-C0C8-43F1-B065-8A0AA916B5F2}" dt="2026-07-08T17:44:58.774" v="4104" actId="1036"/>
          <ac:picMkLst>
            <pc:docMk/>
            <pc:sldMk cId="0" sldId="264"/>
            <ac:picMk id="11" creationId="{8B89C98A-99DF-E3C3-459B-A5AA4634C4AA}"/>
          </ac:picMkLst>
        </pc:picChg>
        <pc:picChg chg="add mod">
          <ac:chgData name="S, Prashanth" userId="14adee4d-8c63-488e-9151-e5503886a677" providerId="ADAL" clId="{16CC7241-C0C8-43F1-B065-8A0AA916B5F2}" dt="2026-07-20T17:24:15.356" v="5814" actId="1037"/>
          <ac:picMkLst>
            <pc:docMk/>
            <pc:sldMk cId="0" sldId="264"/>
            <ac:picMk id="12" creationId="{5AB2BD6D-5755-0FFF-82F8-D30BE28FEA9B}"/>
          </ac:picMkLst>
        </pc:picChg>
        <pc:picChg chg="add mod">
          <ac:chgData name="S, Prashanth" userId="14adee4d-8c63-488e-9151-e5503886a677" providerId="ADAL" clId="{16CC7241-C0C8-43F1-B065-8A0AA916B5F2}" dt="2026-07-29T07:42:51.204" v="8975" actId="14100"/>
          <ac:picMkLst>
            <pc:docMk/>
            <pc:sldMk cId="0" sldId="264"/>
            <ac:picMk id="13" creationId="{0FCBF287-BAAC-5D78-DE69-933A919FD98C}"/>
          </ac:picMkLst>
        </pc:picChg>
        <pc:picChg chg="add mod">
          <ac:chgData name="S, Prashanth" userId="14adee4d-8c63-488e-9151-e5503886a677" providerId="ADAL" clId="{16CC7241-C0C8-43F1-B065-8A0AA916B5F2}" dt="2026-07-29T15:18:12.314" v="9117" actId="1035"/>
          <ac:picMkLst>
            <pc:docMk/>
            <pc:sldMk cId="0" sldId="264"/>
            <ac:picMk id="14" creationId="{9F3DEB3A-2B36-6231-5FF8-6714CAB81EC4}"/>
          </ac:picMkLst>
        </pc:picChg>
        <pc:picChg chg="add mod">
          <ac:chgData name="S, Prashanth" userId="14adee4d-8c63-488e-9151-e5503886a677" providerId="ADAL" clId="{16CC7241-C0C8-43F1-B065-8A0AA916B5F2}" dt="2026-07-08T17:47:36.011" v="4253" actId="1038"/>
          <ac:picMkLst>
            <pc:docMk/>
            <pc:sldMk cId="0" sldId="264"/>
            <ac:picMk id="19" creationId="{A8A41F4D-3F4E-C976-0A76-45D55C3A253F}"/>
          </ac:picMkLst>
        </pc:picChg>
        <pc:picChg chg="add mod">
          <ac:chgData name="S, Prashanth" userId="14adee4d-8c63-488e-9151-e5503886a677" providerId="ADAL" clId="{16CC7241-C0C8-43F1-B065-8A0AA916B5F2}" dt="2026-07-09T08:01:53.424" v="4683" actId="1035"/>
          <ac:picMkLst>
            <pc:docMk/>
            <pc:sldMk cId="0" sldId="264"/>
            <ac:picMk id="20" creationId="{8E22568E-AACD-2CA0-70C5-E31174DE79EC}"/>
          </ac:picMkLst>
        </pc:picChg>
        <pc:picChg chg="mod">
          <ac:chgData name="S, Prashanth" userId="14adee4d-8c63-488e-9151-e5503886a677" providerId="ADAL" clId="{16CC7241-C0C8-43F1-B065-8A0AA916B5F2}" dt="2026-07-29T15:18:18.413" v="9121" actId="1036"/>
          <ac:picMkLst>
            <pc:docMk/>
            <pc:sldMk cId="0" sldId="264"/>
            <ac:picMk id="343" creationId="{00000000-0000-0000-0000-000000000000}"/>
          </ac:picMkLst>
        </pc:picChg>
        <pc:picChg chg="mod">
          <ac:chgData name="S, Prashanth" userId="14adee4d-8c63-488e-9151-e5503886a677" providerId="ADAL" clId="{16CC7241-C0C8-43F1-B065-8A0AA916B5F2}" dt="2026-07-29T15:18:14.351" v="9118" actId="1036"/>
          <ac:picMkLst>
            <pc:docMk/>
            <pc:sldMk cId="0" sldId="264"/>
            <ac:picMk id="344" creationId="{00000000-0000-0000-0000-000000000000}"/>
          </ac:picMkLst>
        </pc:picChg>
        <pc:picChg chg="mod">
          <ac:chgData name="S, Prashanth" userId="14adee4d-8c63-488e-9151-e5503886a677" providerId="ADAL" clId="{16CC7241-C0C8-43F1-B065-8A0AA916B5F2}" dt="2026-07-29T07:41:24.510" v="8850" actId="1035"/>
          <ac:picMkLst>
            <pc:docMk/>
            <pc:sldMk cId="0" sldId="264"/>
            <ac:picMk id="347" creationId="{00000000-0000-0000-0000-000000000000}"/>
          </ac:picMkLst>
        </pc:picChg>
        <pc:picChg chg="mod">
          <ac:chgData name="S, Prashanth" userId="14adee4d-8c63-488e-9151-e5503886a677" providerId="ADAL" clId="{16CC7241-C0C8-43F1-B065-8A0AA916B5F2}" dt="2026-07-09T08:04:25.805" v="4720" actId="1038"/>
          <ac:picMkLst>
            <pc:docMk/>
            <pc:sldMk cId="0" sldId="264"/>
            <ac:picMk id="348" creationId="{00000000-0000-0000-0000-000000000000}"/>
          </ac:picMkLst>
        </pc:picChg>
        <pc:picChg chg="mod">
          <ac:chgData name="S, Prashanth" userId="14adee4d-8c63-488e-9151-e5503886a677" providerId="ADAL" clId="{16CC7241-C0C8-43F1-B065-8A0AA916B5F2}" dt="2026-07-09T08:02:15.637" v="4702" actId="1038"/>
          <ac:picMkLst>
            <pc:docMk/>
            <pc:sldMk cId="0" sldId="264"/>
            <ac:picMk id="349" creationId="{00000000-0000-0000-0000-000000000000}"/>
          </ac:picMkLst>
        </pc:picChg>
        <pc:picChg chg="mod">
          <ac:chgData name="S, Prashanth" userId="14adee4d-8c63-488e-9151-e5503886a677" providerId="ADAL" clId="{16CC7241-C0C8-43F1-B065-8A0AA916B5F2}" dt="2026-07-29T15:16:41.030" v="9017" actId="14100"/>
          <ac:picMkLst>
            <pc:docMk/>
            <pc:sldMk cId="0" sldId="264"/>
            <ac:picMk id="357" creationId="{00000000-0000-0000-0000-000000000000}"/>
          </ac:picMkLst>
        </pc:picChg>
        <pc:picChg chg="mod">
          <ac:chgData name="S, Prashanth" userId="14adee4d-8c63-488e-9151-e5503886a677" providerId="ADAL" clId="{16CC7241-C0C8-43F1-B065-8A0AA916B5F2}" dt="2026-07-09T08:04:29.220" v="4725" actId="1037"/>
          <ac:picMkLst>
            <pc:docMk/>
            <pc:sldMk cId="0" sldId="264"/>
            <ac:picMk id="368" creationId="{00000000-0000-0000-0000-000000000000}"/>
          </ac:picMkLst>
        </pc:picChg>
        <pc:picChg chg="del">
          <ac:chgData name="S, Prashanth" userId="14adee4d-8c63-488e-9151-e5503886a677" providerId="ADAL" clId="{16CC7241-C0C8-43F1-B065-8A0AA916B5F2}" dt="2026-07-29T07:41:19.776" v="8835" actId="478"/>
          <ac:picMkLst>
            <pc:docMk/>
            <pc:sldMk cId="0" sldId="264"/>
            <ac:picMk id="369" creationId="{00000000-0000-0000-0000-000000000000}"/>
          </ac:picMkLst>
        </pc:picChg>
      </pc:sldChg>
      <pc:sldChg chg="ord">
        <pc:chgData name="S, Prashanth" userId="14adee4d-8c63-488e-9151-e5503886a677" providerId="ADAL" clId="{16CC7241-C0C8-43F1-B065-8A0AA916B5F2}" dt="2026-07-12T02:55:58.051" v="5594"/>
        <pc:sldMkLst>
          <pc:docMk/>
          <pc:sldMk cId="0" sldId="266"/>
        </pc:sldMkLst>
      </pc:sldChg>
      <pc:sldChg chg="addSp delSp modSp add mod">
        <pc:chgData name="S, Prashanth" userId="14adee4d-8c63-488e-9151-e5503886a677" providerId="ADAL" clId="{16CC7241-C0C8-43F1-B065-8A0AA916B5F2}" dt="2026-07-29T07:36:40.025" v="8502" actId="20577"/>
        <pc:sldMkLst>
          <pc:docMk/>
          <pc:sldMk cId="920160524" sldId="269"/>
        </pc:sldMkLst>
        <pc:spChg chg="add mod">
          <ac:chgData name="S, Prashanth" userId="14adee4d-8c63-488e-9151-e5503886a677" providerId="ADAL" clId="{16CC7241-C0C8-43F1-B065-8A0AA916B5F2}" dt="2026-07-12T02:45:17.033" v="5514" actId="1037"/>
          <ac:spMkLst>
            <pc:docMk/>
            <pc:sldMk cId="920160524" sldId="269"/>
            <ac:spMk id="3" creationId="{542ECFB7-322E-FE88-7A40-789F682DD8AE}"/>
          </ac:spMkLst>
        </pc:spChg>
        <pc:spChg chg="add mod">
          <ac:chgData name="S, Prashanth" userId="14adee4d-8c63-488e-9151-e5503886a677" providerId="ADAL" clId="{16CC7241-C0C8-43F1-B065-8A0AA916B5F2}" dt="2026-07-12T02:45:17.033" v="5514" actId="1037"/>
          <ac:spMkLst>
            <pc:docMk/>
            <pc:sldMk cId="920160524" sldId="269"/>
            <ac:spMk id="6" creationId="{2A5902D7-1FB7-B902-AC71-74ABBBC26E29}"/>
          </ac:spMkLst>
        </pc:spChg>
        <pc:spChg chg="add mod">
          <ac:chgData name="S, Prashanth" userId="14adee4d-8c63-488e-9151-e5503886a677" providerId="ADAL" clId="{16CC7241-C0C8-43F1-B065-8A0AA916B5F2}" dt="2026-07-12T02:45:17.033" v="5514" actId="1037"/>
          <ac:spMkLst>
            <pc:docMk/>
            <pc:sldMk cId="920160524" sldId="269"/>
            <ac:spMk id="9" creationId="{C3E1AA46-B8F3-BDE6-BED0-8D4CB35B825D}"/>
          </ac:spMkLst>
        </pc:spChg>
        <pc:spChg chg="add">
          <ac:chgData name="S, Prashanth" userId="14adee4d-8c63-488e-9151-e5503886a677" providerId="ADAL" clId="{16CC7241-C0C8-43F1-B065-8A0AA916B5F2}" dt="2026-07-10T05:49:54.433" v="4728" actId="22"/>
          <ac:spMkLst>
            <pc:docMk/>
            <pc:sldMk cId="920160524" sldId="269"/>
            <ac:spMk id="11" creationId="{F21270FC-D695-82D5-9829-C95629017B8B}"/>
          </ac:spMkLst>
        </pc:spChg>
        <pc:spChg chg="add mod">
          <ac:chgData name="S, Prashanth" userId="14adee4d-8c63-488e-9151-e5503886a677" providerId="ADAL" clId="{16CC7241-C0C8-43F1-B065-8A0AA916B5F2}" dt="2026-07-12T02:45:29.199" v="5516" actId="20577"/>
          <ac:spMkLst>
            <pc:docMk/>
            <pc:sldMk cId="920160524" sldId="269"/>
            <ac:spMk id="12" creationId="{7BD4074D-D9AA-09D4-D050-F63D2EA4906D}"/>
          </ac:spMkLst>
        </pc:spChg>
        <pc:spChg chg="add mod">
          <ac:chgData name="S, Prashanth" userId="14adee4d-8c63-488e-9151-e5503886a677" providerId="ADAL" clId="{16CC7241-C0C8-43F1-B065-8A0AA916B5F2}" dt="2026-07-10T05:50:20.304" v="4729" actId="2711"/>
          <ac:spMkLst>
            <pc:docMk/>
            <pc:sldMk cId="920160524" sldId="269"/>
            <ac:spMk id="13" creationId="{CEC9AB08-269A-D5CF-82E3-523E5C281ED4}"/>
          </ac:spMkLst>
        </pc:spChg>
        <pc:spChg chg="mod">
          <ac:chgData name="S, Prashanth" userId="14adee4d-8c63-488e-9151-e5503886a677" providerId="ADAL" clId="{16CC7241-C0C8-43F1-B065-8A0AA916B5F2}" dt="2026-07-29T07:36:40.025" v="8502" actId="20577"/>
          <ac:spMkLst>
            <pc:docMk/>
            <pc:sldMk cId="920160524" sldId="269"/>
            <ac:spMk id="15" creationId="{8D465C46-5168-8FBD-22CE-F4CB657CC015}"/>
          </ac:spMkLst>
        </pc:spChg>
        <pc:spChg chg="mod">
          <ac:chgData name="S, Prashanth" userId="14adee4d-8c63-488e-9151-e5503886a677" providerId="ADAL" clId="{16CC7241-C0C8-43F1-B065-8A0AA916B5F2}" dt="2026-07-10T05:50:20.304" v="4729" actId="2711"/>
          <ac:spMkLst>
            <pc:docMk/>
            <pc:sldMk cId="920160524" sldId="269"/>
            <ac:spMk id="23" creationId="{550262B9-A5D8-AD09-3AD4-9F8A93A29B5B}"/>
          </ac:spMkLst>
        </pc:spChg>
        <pc:spChg chg="mod">
          <ac:chgData name="S, Prashanth" userId="14adee4d-8c63-488e-9151-e5503886a677" providerId="ADAL" clId="{16CC7241-C0C8-43F1-B065-8A0AA916B5F2}" dt="2026-07-10T05:50:20.304" v="4729" actId="2711"/>
          <ac:spMkLst>
            <pc:docMk/>
            <pc:sldMk cId="920160524" sldId="269"/>
            <ac:spMk id="27" creationId="{CECD5F66-565C-AF28-491C-D043FF201BE0}"/>
          </ac:spMkLst>
        </pc:spChg>
        <pc:spChg chg="add mod">
          <ac:chgData name="S, Prashanth" userId="14adee4d-8c63-488e-9151-e5503886a677" providerId="ADAL" clId="{16CC7241-C0C8-43F1-B065-8A0AA916B5F2}" dt="2026-07-12T02:44:18" v="5350" actId="1037"/>
          <ac:spMkLst>
            <pc:docMk/>
            <pc:sldMk cId="920160524" sldId="269"/>
            <ac:spMk id="131" creationId="{896CF854-80F5-6494-988D-4DB2E7C3E1AA}"/>
          </ac:spMkLst>
        </pc:spChg>
        <pc:spChg chg="mod">
          <ac:chgData name="S, Prashanth" userId="14adee4d-8c63-488e-9151-e5503886a677" providerId="ADAL" clId="{16CC7241-C0C8-43F1-B065-8A0AA916B5F2}" dt="2026-07-12T02:44:18" v="5350" actId="1037"/>
          <ac:spMkLst>
            <pc:docMk/>
            <pc:sldMk cId="920160524" sldId="269"/>
            <ac:spMk id="176" creationId="{765707D2-819C-FEB7-E953-39B376C7AA40}"/>
          </ac:spMkLst>
        </pc:spChg>
        <pc:spChg chg="add mod">
          <ac:chgData name="S, Prashanth" userId="14adee4d-8c63-488e-9151-e5503886a677" providerId="ADAL" clId="{16CC7241-C0C8-43F1-B065-8A0AA916B5F2}" dt="2026-07-10T05:50:20.304" v="4729" actId="2711"/>
          <ac:spMkLst>
            <pc:docMk/>
            <pc:sldMk cId="920160524" sldId="269"/>
            <ac:spMk id="180" creationId="{7615EF80-627C-E0A0-C227-59D07B8DF800}"/>
          </ac:spMkLst>
        </pc:spChg>
        <pc:spChg chg="add">
          <ac:chgData name="S, Prashanth" userId="14adee4d-8c63-488e-9151-e5503886a677" providerId="ADAL" clId="{16CC7241-C0C8-43F1-B065-8A0AA916B5F2}" dt="2026-07-10T05:49:54.433" v="4728" actId="22"/>
          <ac:spMkLst>
            <pc:docMk/>
            <pc:sldMk cId="920160524" sldId="269"/>
            <ac:spMk id="182" creationId="{C96D76BD-B948-CC74-0E99-41D1D71970CF}"/>
          </ac:spMkLst>
        </pc:spChg>
        <pc:spChg chg="mod">
          <ac:chgData name="S, Prashanth" userId="14adee4d-8c63-488e-9151-e5503886a677" providerId="ADAL" clId="{16CC7241-C0C8-43F1-B065-8A0AA916B5F2}" dt="2026-07-10T05:50:20.304" v="4729" actId="2711"/>
          <ac:spMkLst>
            <pc:docMk/>
            <pc:sldMk cId="920160524" sldId="269"/>
            <ac:spMk id="184" creationId="{E1C6B37D-7F63-A8D5-D191-8980F62349B0}"/>
          </ac:spMkLst>
        </pc:spChg>
        <pc:spChg chg="mod">
          <ac:chgData name="S, Prashanth" userId="14adee4d-8c63-488e-9151-e5503886a677" providerId="ADAL" clId="{16CC7241-C0C8-43F1-B065-8A0AA916B5F2}" dt="2026-07-10T05:50:20.304" v="4729" actId="2711"/>
          <ac:spMkLst>
            <pc:docMk/>
            <pc:sldMk cId="920160524" sldId="269"/>
            <ac:spMk id="190" creationId="{3FACFD99-6674-EB36-BBC4-39FFB344D0DF}"/>
          </ac:spMkLst>
        </pc:spChg>
        <pc:spChg chg="mod">
          <ac:chgData name="S, Prashanth" userId="14adee4d-8c63-488e-9151-e5503886a677" providerId="ADAL" clId="{16CC7241-C0C8-43F1-B065-8A0AA916B5F2}" dt="2026-07-10T05:50:20.304" v="4729" actId="2711"/>
          <ac:spMkLst>
            <pc:docMk/>
            <pc:sldMk cId="920160524" sldId="269"/>
            <ac:spMk id="194" creationId="{DDC3200D-B5CF-E374-C213-F6A1D5ABDEC8}"/>
          </ac:spMkLst>
        </pc:spChg>
        <pc:spChg chg="mod">
          <ac:chgData name="S, Prashanth" userId="14adee4d-8c63-488e-9151-e5503886a677" providerId="ADAL" clId="{16CC7241-C0C8-43F1-B065-8A0AA916B5F2}" dt="2026-07-10T05:50:20.304" v="4729" actId="2711"/>
          <ac:spMkLst>
            <pc:docMk/>
            <pc:sldMk cId="920160524" sldId="269"/>
            <ac:spMk id="198" creationId="{9454B000-6DF1-54DB-2ADE-9251AD9A615A}"/>
          </ac:spMkLst>
        </pc:spChg>
        <pc:spChg chg="add mod">
          <ac:chgData name="S, Prashanth" userId="14adee4d-8c63-488e-9151-e5503886a677" providerId="ADAL" clId="{16CC7241-C0C8-43F1-B065-8A0AA916B5F2}" dt="2026-07-12T02:44:32.261" v="5352" actId="20577"/>
          <ac:spMkLst>
            <pc:docMk/>
            <pc:sldMk cId="920160524" sldId="269"/>
            <ac:spMk id="200" creationId="{CFE16E7E-D026-D787-C994-A28AF5BDE294}"/>
          </ac:spMkLst>
        </pc:spChg>
        <pc:spChg chg="mod">
          <ac:chgData name="S, Prashanth" userId="14adee4d-8c63-488e-9151-e5503886a677" providerId="ADAL" clId="{16CC7241-C0C8-43F1-B065-8A0AA916B5F2}" dt="2026-07-10T05:50:20.304" v="4729" actId="2711"/>
          <ac:spMkLst>
            <pc:docMk/>
            <pc:sldMk cId="920160524" sldId="269"/>
            <ac:spMk id="202" creationId="{35A80B65-4E3C-CB8E-2A9B-2B9F700F7F4E}"/>
          </ac:spMkLst>
        </pc:spChg>
        <pc:spChg chg="mod">
          <ac:chgData name="S, Prashanth" userId="14adee4d-8c63-488e-9151-e5503886a677" providerId="ADAL" clId="{16CC7241-C0C8-43F1-B065-8A0AA916B5F2}" dt="2026-07-12T02:44:18" v="5350" actId="1037"/>
          <ac:spMkLst>
            <pc:docMk/>
            <pc:sldMk cId="920160524" sldId="269"/>
            <ac:spMk id="206" creationId="{D496B27C-C97E-183D-313A-EB45F55F1B68}"/>
          </ac:spMkLst>
        </pc:spChg>
        <pc:spChg chg="add mod">
          <ac:chgData name="S, Prashanth" userId="14adee4d-8c63-488e-9151-e5503886a677" providerId="ADAL" clId="{16CC7241-C0C8-43F1-B065-8A0AA916B5F2}" dt="2026-07-10T05:50:59.988" v="4939" actId="1036"/>
          <ac:spMkLst>
            <pc:docMk/>
            <pc:sldMk cId="920160524" sldId="269"/>
            <ac:spMk id="224" creationId="{C06F86DE-C1D9-7A6A-C8E2-AC421ECA3ED3}"/>
          </ac:spMkLst>
        </pc:spChg>
        <pc:spChg chg="add mod">
          <ac:chgData name="S, Prashanth" userId="14adee4d-8c63-488e-9151-e5503886a677" providerId="ADAL" clId="{16CC7241-C0C8-43F1-B065-8A0AA916B5F2}" dt="2026-07-10T05:51:13.682" v="4944" actId="1037"/>
          <ac:spMkLst>
            <pc:docMk/>
            <pc:sldMk cId="920160524" sldId="269"/>
            <ac:spMk id="225" creationId="{0426406C-8B7C-C002-9B88-8D443DC8280B}"/>
          </ac:spMkLst>
        </pc:spChg>
        <pc:spChg chg="add mod">
          <ac:chgData name="S, Prashanth" userId="14adee4d-8c63-488e-9151-e5503886a677" providerId="ADAL" clId="{16CC7241-C0C8-43F1-B065-8A0AA916B5F2}" dt="2026-07-12T02:44:18" v="5350" actId="1037"/>
          <ac:spMkLst>
            <pc:docMk/>
            <pc:sldMk cId="920160524" sldId="269"/>
            <ac:spMk id="227" creationId="{4FC32AE4-7916-6C8C-9B3F-54A9AFFACEFA}"/>
          </ac:spMkLst>
        </pc:spChg>
        <pc:spChg chg="add mod">
          <ac:chgData name="S, Prashanth" userId="14adee4d-8c63-488e-9151-e5503886a677" providerId="ADAL" clId="{16CC7241-C0C8-43F1-B065-8A0AA916B5F2}" dt="2026-07-10T05:51:42.120" v="4948" actId="571"/>
          <ac:spMkLst>
            <pc:docMk/>
            <pc:sldMk cId="920160524" sldId="269"/>
            <ac:spMk id="228" creationId="{11329E8D-4CAF-04BA-9BEE-32D8C6FA0A31}"/>
          </ac:spMkLst>
        </pc:spChg>
        <pc:spChg chg="add mod">
          <ac:chgData name="S, Prashanth" userId="14adee4d-8c63-488e-9151-e5503886a677" providerId="ADAL" clId="{16CC7241-C0C8-43F1-B065-8A0AA916B5F2}" dt="2026-07-10T05:51:42.120" v="4948" actId="571"/>
          <ac:spMkLst>
            <pc:docMk/>
            <pc:sldMk cId="920160524" sldId="269"/>
            <ac:spMk id="229" creationId="{DA8755A6-260C-E852-5417-128486264B36}"/>
          </ac:spMkLst>
        </pc:spChg>
        <pc:spChg chg="add mod">
          <ac:chgData name="S, Prashanth" userId="14adee4d-8c63-488e-9151-e5503886a677" providerId="ADAL" clId="{16CC7241-C0C8-43F1-B065-8A0AA916B5F2}" dt="2026-07-10T05:52:03.423" v="4954" actId="14100"/>
          <ac:spMkLst>
            <pc:docMk/>
            <pc:sldMk cId="920160524" sldId="269"/>
            <ac:spMk id="230" creationId="{8E28D7B8-B727-CE95-52A2-E02B519C2D87}"/>
          </ac:spMkLst>
        </pc:spChg>
        <pc:spChg chg="add mod">
          <ac:chgData name="S, Prashanth" userId="14adee4d-8c63-488e-9151-e5503886a677" providerId="ADAL" clId="{16CC7241-C0C8-43F1-B065-8A0AA916B5F2}" dt="2026-07-12T02:45:17.033" v="5514" actId="1037"/>
          <ac:spMkLst>
            <pc:docMk/>
            <pc:sldMk cId="920160524" sldId="269"/>
            <ac:spMk id="233" creationId="{349184B0-58F5-F0BB-D73A-C8821E11C773}"/>
          </ac:spMkLst>
        </pc:spChg>
        <pc:picChg chg="add mod">
          <ac:chgData name="S, Prashanth" userId="14adee4d-8c63-488e-9151-e5503886a677" providerId="ADAL" clId="{16CC7241-C0C8-43F1-B065-8A0AA916B5F2}" dt="2026-07-12T02:45:17.033" v="5514" actId="1037"/>
          <ac:picMkLst>
            <pc:docMk/>
            <pc:sldMk cId="920160524" sldId="269"/>
            <ac:picMk id="16" creationId="{86923D46-0839-97E0-666F-0626FAF37C7A}"/>
          </ac:picMkLst>
        </pc:picChg>
        <pc:picChg chg="mod">
          <ac:chgData name="S, Prashanth" userId="14adee4d-8c63-488e-9151-e5503886a677" providerId="ADAL" clId="{16CC7241-C0C8-43F1-B065-8A0AA916B5F2}" dt="2026-07-12T02:45:17.033" v="5514" actId="1037"/>
          <ac:picMkLst>
            <pc:docMk/>
            <pc:sldMk cId="920160524" sldId="269"/>
            <ac:picMk id="18" creationId="{46953688-BAA8-2075-4B0D-31AEEF2F47BB}"/>
          </ac:picMkLst>
        </pc:picChg>
        <pc:picChg chg="add mod">
          <ac:chgData name="S, Prashanth" userId="14adee4d-8c63-488e-9151-e5503886a677" providerId="ADAL" clId="{16CC7241-C0C8-43F1-B065-8A0AA916B5F2}" dt="2026-07-12T02:45:17.033" v="5514" actId="1037"/>
          <ac:picMkLst>
            <pc:docMk/>
            <pc:sldMk cId="920160524" sldId="269"/>
            <ac:picMk id="22" creationId="{CE0D1213-FD67-11DA-A89A-5B0053304542}"/>
          </ac:picMkLst>
        </pc:picChg>
        <pc:picChg chg="add">
          <ac:chgData name="S, Prashanth" userId="14adee4d-8c63-488e-9151-e5503886a677" providerId="ADAL" clId="{16CC7241-C0C8-43F1-B065-8A0AA916B5F2}" dt="2026-07-12T02:44:57.437" v="5353" actId="22"/>
          <ac:picMkLst>
            <pc:docMk/>
            <pc:sldMk cId="920160524" sldId="269"/>
            <ac:picMk id="25" creationId="{0E9B4737-50F8-3AB1-317B-8FD837741E96}"/>
          </ac:picMkLst>
        </pc:picChg>
        <pc:picChg chg="add mod">
          <ac:chgData name="S, Prashanth" userId="14adee4d-8c63-488e-9151-e5503886a677" providerId="ADAL" clId="{16CC7241-C0C8-43F1-B065-8A0AA916B5F2}" dt="2026-07-12T02:45:17.033" v="5514" actId="1037"/>
          <ac:picMkLst>
            <pc:docMk/>
            <pc:sldMk cId="920160524" sldId="269"/>
            <ac:picMk id="28" creationId="{0A5A0370-EF0E-07C7-2378-761C232E2760}"/>
          </ac:picMkLst>
        </pc:picChg>
        <pc:picChg chg="add mod">
          <ac:chgData name="S, Prashanth" userId="14adee4d-8c63-488e-9151-e5503886a677" providerId="ADAL" clId="{16CC7241-C0C8-43F1-B065-8A0AA916B5F2}" dt="2026-07-12T02:45:17.033" v="5514" actId="1037"/>
          <ac:picMkLst>
            <pc:docMk/>
            <pc:sldMk cId="920160524" sldId="269"/>
            <ac:picMk id="231" creationId="{0616D51E-1E0F-2A40-B261-C643D8998BEC}"/>
          </ac:picMkLst>
        </pc:picChg>
      </pc:sldChg>
      <pc:sldChg chg="addSp delSp modSp add mod ord">
        <pc:chgData name="S, Prashanth" userId="14adee4d-8c63-488e-9151-e5503886a677" providerId="ADAL" clId="{16CC7241-C0C8-43F1-B065-8A0AA916B5F2}" dt="2026-07-28T12:41:38.713" v="8435"/>
        <pc:sldMkLst>
          <pc:docMk/>
          <pc:sldMk cId="1953226811" sldId="270"/>
        </pc:sldMkLst>
        <pc:spChg chg="mod">
          <ac:chgData name="S, Prashanth" userId="14adee4d-8c63-488e-9151-e5503886a677" providerId="ADAL" clId="{16CC7241-C0C8-43F1-B065-8A0AA916B5F2}" dt="2026-07-10T05:59:38.525" v="5166" actId="208"/>
          <ac:spMkLst>
            <pc:docMk/>
            <pc:sldMk cId="1953226811" sldId="270"/>
            <ac:spMk id="12" creationId="{48317FC4-FFB6-BFFE-DBA2-528AFB0E15FC}"/>
          </ac:spMkLst>
        </pc:spChg>
        <pc:spChg chg="mod">
          <ac:chgData name="S, Prashanth" userId="14adee4d-8c63-488e-9151-e5503886a677" providerId="ADAL" clId="{16CC7241-C0C8-43F1-B065-8A0AA916B5F2}" dt="2026-07-10T07:59:53.441" v="5172" actId="1582"/>
          <ac:spMkLst>
            <pc:docMk/>
            <pc:sldMk cId="1953226811" sldId="270"/>
            <ac:spMk id="29" creationId="{8378088D-D771-AE25-A821-7CB705D51275}"/>
          </ac:spMkLst>
        </pc:spChg>
        <pc:spChg chg="mod">
          <ac:chgData name="S, Prashanth" userId="14adee4d-8c63-488e-9151-e5503886a677" providerId="ADAL" clId="{16CC7241-C0C8-43F1-B065-8A0AA916B5F2}" dt="2026-07-10T08:00:56.650" v="5222" actId="20577"/>
          <ac:spMkLst>
            <pc:docMk/>
            <pc:sldMk cId="1953226811" sldId="270"/>
            <ac:spMk id="321" creationId="{6E8A8813-7F3F-BC5C-7D31-5CD002D437B8}"/>
          </ac:spMkLst>
        </pc:spChg>
        <pc:spChg chg="add mod">
          <ac:chgData name="S, Prashanth" userId="14adee4d-8c63-488e-9151-e5503886a677" providerId="ADAL" clId="{16CC7241-C0C8-43F1-B065-8A0AA916B5F2}" dt="2026-07-10T05:56:40.017" v="5044" actId="2711"/>
          <ac:spMkLst>
            <pc:docMk/>
            <pc:sldMk cId="1953226811" sldId="270"/>
            <ac:spMk id="323" creationId="{EC0F4339-BE45-159F-0C26-6FB3ADD17485}"/>
          </ac:spMkLst>
        </pc:spChg>
        <pc:spChg chg="mod">
          <ac:chgData name="S, Prashanth" userId="14adee4d-8c63-488e-9151-e5503886a677" providerId="ADAL" clId="{16CC7241-C0C8-43F1-B065-8A0AA916B5F2}" dt="2026-07-10T05:58:00.270" v="5117" actId="404"/>
          <ac:spMkLst>
            <pc:docMk/>
            <pc:sldMk cId="1953226811" sldId="270"/>
            <ac:spMk id="327" creationId="{14FC226C-7234-65C0-22D1-09E0DEA0308F}"/>
          </ac:spMkLst>
        </pc:spChg>
        <pc:spChg chg="add mod">
          <ac:chgData name="S, Prashanth" userId="14adee4d-8c63-488e-9151-e5503886a677" providerId="ADAL" clId="{16CC7241-C0C8-43F1-B065-8A0AA916B5F2}" dt="2026-07-10T05:56:40.017" v="5044" actId="2711"/>
          <ac:spMkLst>
            <pc:docMk/>
            <pc:sldMk cId="1953226811" sldId="270"/>
            <ac:spMk id="329" creationId="{FC15AB03-6F61-F817-2939-627E9B602B27}"/>
          </ac:spMkLst>
        </pc:spChg>
        <pc:spChg chg="mod">
          <ac:chgData name="S, Prashanth" userId="14adee4d-8c63-488e-9151-e5503886a677" providerId="ADAL" clId="{16CC7241-C0C8-43F1-B065-8A0AA916B5F2}" dt="2026-07-10T05:58:05.526" v="5120" actId="1036"/>
          <ac:spMkLst>
            <pc:docMk/>
            <pc:sldMk cId="1953226811" sldId="270"/>
            <ac:spMk id="366" creationId="{5CBCEDD8-C2C1-CC58-B075-F04E564B637E}"/>
          </ac:spMkLst>
        </pc:spChg>
        <pc:spChg chg="mod">
          <ac:chgData name="S, Prashanth" userId="14adee4d-8c63-488e-9151-e5503886a677" providerId="ADAL" clId="{16CC7241-C0C8-43F1-B065-8A0AA916B5F2}" dt="2026-07-10T05:58:14.011" v="5121" actId="20577"/>
          <ac:spMkLst>
            <pc:docMk/>
            <pc:sldMk cId="1953226811" sldId="270"/>
            <ac:spMk id="371" creationId="{AFFB6EB6-EC8E-8D66-E2E8-D0C3EBA6C68C}"/>
          </ac:spMkLst>
        </pc:spChg>
        <pc:spChg chg="mod">
          <ac:chgData name="S, Prashanth" userId="14adee4d-8c63-488e-9151-e5503886a677" providerId="ADAL" clId="{16CC7241-C0C8-43F1-B065-8A0AA916B5F2}" dt="2026-07-10T05:59:38.525" v="5166" actId="208"/>
          <ac:spMkLst>
            <pc:docMk/>
            <pc:sldMk cId="1953226811" sldId="270"/>
            <ac:spMk id="373" creationId="{3F249215-D227-19BD-CB13-E438CFEB0B59}"/>
          </ac:spMkLst>
        </pc:spChg>
        <pc:spChg chg="mod">
          <ac:chgData name="S, Prashanth" userId="14adee4d-8c63-488e-9151-e5503886a677" providerId="ADAL" clId="{16CC7241-C0C8-43F1-B065-8A0AA916B5F2}" dt="2026-07-10T08:01:04.351" v="5223" actId="20577"/>
          <ac:spMkLst>
            <pc:docMk/>
            <pc:sldMk cId="1953226811" sldId="270"/>
            <ac:spMk id="377" creationId="{C301A35B-5C76-3C23-BCFC-6846B99B64EE}"/>
          </ac:spMkLst>
        </pc:spChg>
        <pc:spChg chg="mod">
          <ac:chgData name="S, Prashanth" userId="14adee4d-8c63-488e-9151-e5503886a677" providerId="ADAL" clId="{16CC7241-C0C8-43F1-B065-8A0AA916B5F2}" dt="2026-07-10T06:00:22.143" v="5169" actId="208"/>
          <ac:spMkLst>
            <pc:docMk/>
            <pc:sldMk cId="1953226811" sldId="270"/>
            <ac:spMk id="381" creationId="{D064EB59-FE09-7638-C08F-390A6048F21E}"/>
          </ac:spMkLst>
        </pc:spChg>
        <pc:spChg chg="add mod">
          <ac:chgData name="S, Prashanth" userId="14adee4d-8c63-488e-9151-e5503886a677" providerId="ADAL" clId="{16CC7241-C0C8-43F1-B065-8A0AA916B5F2}" dt="2026-07-10T06:00:22.143" v="5169" actId="208"/>
          <ac:spMkLst>
            <pc:docMk/>
            <pc:sldMk cId="1953226811" sldId="270"/>
            <ac:spMk id="1025" creationId="{227868C2-D3CF-6F54-F024-0D80B4AD406F}"/>
          </ac:spMkLst>
        </pc:spChg>
        <pc:spChg chg="mod">
          <ac:chgData name="S, Prashanth" userId="14adee4d-8c63-488e-9151-e5503886a677" providerId="ADAL" clId="{16CC7241-C0C8-43F1-B065-8A0AA916B5F2}" dt="2026-07-10T05:59:38.525" v="5166" actId="208"/>
          <ac:spMkLst>
            <pc:docMk/>
            <pc:sldMk cId="1953226811" sldId="270"/>
            <ac:spMk id="1030" creationId="{EE7F6FCF-4D79-2C4C-FBE0-72329FAC7893}"/>
          </ac:spMkLst>
        </pc:spChg>
        <pc:spChg chg="add mod">
          <ac:chgData name="S, Prashanth" userId="14adee4d-8c63-488e-9151-e5503886a677" providerId="ADAL" clId="{16CC7241-C0C8-43F1-B065-8A0AA916B5F2}" dt="2026-07-10T08:00:48.652" v="5216" actId="20577"/>
          <ac:spMkLst>
            <pc:docMk/>
            <pc:sldMk cId="1953226811" sldId="270"/>
            <ac:spMk id="1034" creationId="{0588755F-467E-28EF-7169-53CAC0086618}"/>
          </ac:spMkLst>
        </pc:spChg>
        <pc:spChg chg="add mod">
          <ac:chgData name="S, Prashanth" userId="14adee4d-8c63-488e-9151-e5503886a677" providerId="ADAL" clId="{16CC7241-C0C8-43F1-B065-8A0AA916B5F2}" dt="2026-07-12T02:48:58.970" v="5587" actId="948"/>
          <ac:spMkLst>
            <pc:docMk/>
            <pc:sldMk cId="1953226811" sldId="270"/>
            <ac:spMk id="1038" creationId="{A1FCE481-738B-07BC-4178-4E4E91661FCE}"/>
          </ac:spMkLst>
        </pc:spChg>
        <pc:spChg chg="add mod">
          <ac:chgData name="S, Prashanth" userId="14adee4d-8c63-488e-9151-e5503886a677" providerId="ADAL" clId="{16CC7241-C0C8-43F1-B065-8A0AA916B5F2}" dt="2026-07-10T05:56:40.017" v="5044" actId="2711"/>
          <ac:spMkLst>
            <pc:docMk/>
            <pc:sldMk cId="1953226811" sldId="270"/>
            <ac:spMk id="1042" creationId="{1C7D5169-08FF-6CDD-4B7E-F4E4D3B1AC5A}"/>
          </ac:spMkLst>
        </pc:spChg>
        <pc:spChg chg="add mod">
          <ac:chgData name="S, Prashanth" userId="14adee4d-8c63-488e-9151-e5503886a677" providerId="ADAL" clId="{16CC7241-C0C8-43F1-B065-8A0AA916B5F2}" dt="2026-07-10T05:56:40.017" v="5044" actId="2711"/>
          <ac:spMkLst>
            <pc:docMk/>
            <pc:sldMk cId="1953226811" sldId="270"/>
            <ac:spMk id="1046" creationId="{BA134BAE-3B89-FF44-4F7E-649AF2A5E42B}"/>
          </ac:spMkLst>
        </pc:spChg>
        <pc:spChg chg="mod">
          <ac:chgData name="S, Prashanth" userId="14adee4d-8c63-488e-9151-e5503886a677" providerId="ADAL" clId="{16CC7241-C0C8-43F1-B065-8A0AA916B5F2}" dt="2026-07-10T05:59:38.525" v="5166" actId="208"/>
          <ac:spMkLst>
            <pc:docMk/>
            <pc:sldMk cId="1953226811" sldId="270"/>
            <ac:spMk id="1048" creationId="{2F2B043D-E43C-0DBE-ABBC-B4BD044FC546}"/>
          </ac:spMkLst>
        </pc:spChg>
        <pc:spChg chg="add mod">
          <ac:chgData name="S, Prashanth" userId="14adee4d-8c63-488e-9151-e5503886a677" providerId="ADAL" clId="{16CC7241-C0C8-43F1-B065-8A0AA916B5F2}" dt="2026-07-12T02:48:35.278" v="5586" actId="1035"/>
          <ac:spMkLst>
            <pc:docMk/>
            <pc:sldMk cId="1953226811" sldId="270"/>
            <ac:spMk id="1050" creationId="{7B2F3C64-1819-75D8-3F25-7445FBC34ECE}"/>
          </ac:spMkLst>
        </pc:spChg>
        <pc:spChg chg="mod">
          <ac:chgData name="S, Prashanth" userId="14adee4d-8c63-488e-9151-e5503886a677" providerId="ADAL" clId="{16CC7241-C0C8-43F1-B065-8A0AA916B5F2}" dt="2026-07-10T05:59:38.525" v="5166" actId="208"/>
          <ac:spMkLst>
            <pc:docMk/>
            <pc:sldMk cId="1953226811" sldId="270"/>
            <ac:spMk id="1052" creationId="{E47E2456-EB22-9C6A-4D1B-085EFBEE405E}"/>
          </ac:spMkLst>
        </pc:spChg>
        <pc:spChg chg="mod">
          <ac:chgData name="S, Prashanth" userId="14adee4d-8c63-488e-9151-e5503886a677" providerId="ADAL" clId="{16CC7241-C0C8-43F1-B065-8A0AA916B5F2}" dt="2026-07-12T02:48:31.846" v="5582" actId="1035"/>
          <ac:spMkLst>
            <pc:docMk/>
            <pc:sldMk cId="1953226811" sldId="270"/>
            <ac:spMk id="1054" creationId="{EF00401E-1786-C9F6-6EFF-515B41F83809}"/>
          </ac:spMkLst>
        </pc:spChg>
        <pc:spChg chg="mod">
          <ac:chgData name="S, Prashanth" userId="14adee4d-8c63-488e-9151-e5503886a677" providerId="ADAL" clId="{16CC7241-C0C8-43F1-B065-8A0AA916B5F2}" dt="2026-07-10T05:59:38.525" v="5166" actId="208"/>
          <ac:spMkLst>
            <pc:docMk/>
            <pc:sldMk cId="1953226811" sldId="270"/>
            <ac:spMk id="1056" creationId="{9B369DA4-3421-CBBC-7F7A-BF4B96D867A6}"/>
          </ac:spMkLst>
        </pc:spChg>
        <pc:spChg chg="mod">
          <ac:chgData name="S, Prashanth" userId="14adee4d-8c63-488e-9151-e5503886a677" providerId="ADAL" clId="{16CC7241-C0C8-43F1-B065-8A0AA916B5F2}" dt="2026-07-12T02:48:23.132" v="5571" actId="1036"/>
          <ac:spMkLst>
            <pc:docMk/>
            <pc:sldMk cId="1953226811" sldId="270"/>
            <ac:spMk id="1058" creationId="{E92E018B-54C8-3633-F506-403D64DA84FE}"/>
          </ac:spMkLst>
        </pc:spChg>
        <pc:spChg chg="add mod">
          <ac:chgData name="S, Prashanth" userId="14adee4d-8c63-488e-9151-e5503886a677" providerId="ADAL" clId="{16CC7241-C0C8-43F1-B065-8A0AA916B5F2}" dt="2026-07-10T05:56:40.017" v="5044" actId="2711"/>
          <ac:spMkLst>
            <pc:docMk/>
            <pc:sldMk cId="1953226811" sldId="270"/>
            <ac:spMk id="1060" creationId="{AFA23161-1B62-2875-08B8-9446918C2F2D}"/>
          </ac:spMkLst>
        </pc:spChg>
        <pc:spChg chg="add mod">
          <ac:chgData name="S, Prashanth" userId="14adee4d-8c63-488e-9151-e5503886a677" providerId="ADAL" clId="{16CC7241-C0C8-43F1-B065-8A0AA916B5F2}" dt="2026-07-10T05:56:40.017" v="5044" actId="2711"/>
          <ac:spMkLst>
            <pc:docMk/>
            <pc:sldMk cId="1953226811" sldId="270"/>
            <ac:spMk id="1066" creationId="{830C806A-DE98-9823-9CD0-BE1E5578F088}"/>
          </ac:spMkLst>
        </pc:spChg>
        <pc:spChg chg="add mod">
          <ac:chgData name="S, Prashanth" userId="14adee4d-8c63-488e-9151-e5503886a677" providerId="ADAL" clId="{16CC7241-C0C8-43F1-B065-8A0AA916B5F2}" dt="2026-07-10T05:58:28.750" v="5129" actId="20577"/>
          <ac:spMkLst>
            <pc:docMk/>
            <pc:sldMk cId="1953226811" sldId="270"/>
            <ac:spMk id="1071" creationId="{4C97080B-90AC-8494-4996-BB9EF5860A66}"/>
          </ac:spMkLst>
        </pc:spChg>
        <pc:spChg chg="add mod">
          <ac:chgData name="S, Prashanth" userId="14adee4d-8c63-488e-9151-e5503886a677" providerId="ADAL" clId="{16CC7241-C0C8-43F1-B065-8A0AA916B5F2}" dt="2026-07-12T02:49:17.434" v="5592" actId="1036"/>
          <ac:spMkLst>
            <pc:docMk/>
            <pc:sldMk cId="1953226811" sldId="270"/>
            <ac:spMk id="1072" creationId="{91D988DB-6C9C-C22B-4E6B-1862C5F490DE}"/>
          </ac:spMkLst>
        </pc:spChg>
        <pc:spChg chg="add mod">
          <ac:chgData name="S, Prashanth" userId="14adee4d-8c63-488e-9151-e5503886a677" providerId="ADAL" clId="{16CC7241-C0C8-43F1-B065-8A0AA916B5F2}" dt="2026-07-28T12:15:37.694" v="6471" actId="20577"/>
          <ac:spMkLst>
            <pc:docMk/>
            <pc:sldMk cId="1953226811" sldId="270"/>
            <ac:spMk id="1076" creationId="{7EA558C8-9CB8-687D-452E-83912BB410EF}"/>
          </ac:spMkLst>
        </pc:spChg>
        <pc:picChg chg="mod">
          <ac:chgData name="S, Prashanth" userId="14adee4d-8c63-488e-9151-e5503886a677" providerId="ADAL" clId="{16CC7241-C0C8-43F1-B065-8A0AA916B5F2}" dt="2026-07-10T05:57:18.503" v="5087" actId="1036"/>
          <ac:picMkLst>
            <pc:docMk/>
            <pc:sldMk cId="1953226811" sldId="270"/>
            <ac:picMk id="1036" creationId="{621668B1-1FE7-AEFE-9CD8-533929F37C84}"/>
          </ac:picMkLst>
        </pc:picChg>
      </pc:sldChg>
      <pc:sldChg chg="addSp delSp modSp add mod ord">
        <pc:chgData name="S, Prashanth" userId="14adee4d-8c63-488e-9151-e5503886a677" providerId="ADAL" clId="{16CC7241-C0C8-43F1-B065-8A0AA916B5F2}" dt="2026-07-28T12:41:38.713" v="8435"/>
        <pc:sldMkLst>
          <pc:docMk/>
          <pc:sldMk cId="2259517129" sldId="271"/>
        </pc:sldMkLst>
        <pc:spChg chg="add mod">
          <ac:chgData name="S, Prashanth" userId="14adee4d-8c63-488e-9151-e5503886a677" providerId="ADAL" clId="{16CC7241-C0C8-43F1-B065-8A0AA916B5F2}" dt="2026-07-28T12:30:35.473" v="7338" actId="1036"/>
          <ac:spMkLst>
            <pc:docMk/>
            <pc:sldMk cId="2259517129" sldId="271"/>
            <ac:spMk id="3" creationId="{434B923B-F3A6-F4E4-1D1E-6AAF170D97A9}"/>
          </ac:spMkLst>
        </pc:spChg>
        <pc:spChg chg="add mod">
          <ac:chgData name="S, Prashanth" userId="14adee4d-8c63-488e-9151-e5503886a677" providerId="ADAL" clId="{16CC7241-C0C8-43F1-B065-8A0AA916B5F2}" dt="2026-07-28T12:30:39.408" v="7339" actId="20577"/>
          <ac:spMkLst>
            <pc:docMk/>
            <pc:sldMk cId="2259517129" sldId="271"/>
            <ac:spMk id="4" creationId="{64791B1E-D282-8A88-6384-D8450C8A1138}"/>
          </ac:spMkLst>
        </pc:spChg>
        <pc:spChg chg="add mod">
          <ac:chgData name="S, Prashanth" userId="14adee4d-8c63-488e-9151-e5503886a677" providerId="ADAL" clId="{16CC7241-C0C8-43F1-B065-8A0AA916B5F2}" dt="2026-07-28T12:30:35.473" v="7338" actId="1036"/>
          <ac:spMkLst>
            <pc:docMk/>
            <pc:sldMk cId="2259517129" sldId="271"/>
            <ac:spMk id="5" creationId="{7940B657-14CC-2A1C-F09C-9CAE08BD304A}"/>
          </ac:spMkLst>
        </pc:spChg>
        <pc:spChg chg="add mod">
          <ac:chgData name="S, Prashanth" userId="14adee4d-8c63-488e-9151-e5503886a677" providerId="ADAL" clId="{16CC7241-C0C8-43F1-B065-8A0AA916B5F2}" dt="2026-07-28T12:30:35.473" v="7338" actId="1036"/>
          <ac:spMkLst>
            <pc:docMk/>
            <pc:sldMk cId="2259517129" sldId="271"/>
            <ac:spMk id="8" creationId="{3B98A54F-C497-C94A-075D-F98063863D7F}"/>
          </ac:spMkLst>
        </pc:spChg>
        <pc:spChg chg="add mod">
          <ac:chgData name="S, Prashanth" userId="14adee4d-8c63-488e-9151-e5503886a677" providerId="ADAL" clId="{16CC7241-C0C8-43F1-B065-8A0AA916B5F2}" dt="2026-07-28T12:30:35.473" v="7338" actId="1036"/>
          <ac:spMkLst>
            <pc:docMk/>
            <pc:sldMk cId="2259517129" sldId="271"/>
            <ac:spMk id="9" creationId="{0157FD7C-6B7E-BF75-F121-2ABD0AF9AFF1}"/>
          </ac:spMkLst>
        </pc:spChg>
        <pc:spChg chg="add mod">
          <ac:chgData name="S, Prashanth" userId="14adee4d-8c63-488e-9151-e5503886a677" providerId="ADAL" clId="{16CC7241-C0C8-43F1-B065-8A0AA916B5F2}" dt="2026-07-28T12:30:35.473" v="7338" actId="1036"/>
          <ac:spMkLst>
            <pc:docMk/>
            <pc:sldMk cId="2259517129" sldId="271"/>
            <ac:spMk id="11" creationId="{04D97DBF-436A-AE05-84C4-4E788DD93577}"/>
          </ac:spMkLst>
        </pc:spChg>
        <pc:spChg chg="add mod">
          <ac:chgData name="S, Prashanth" userId="14adee4d-8c63-488e-9151-e5503886a677" providerId="ADAL" clId="{16CC7241-C0C8-43F1-B065-8A0AA916B5F2}" dt="2026-07-28T12:30:35.473" v="7338" actId="1036"/>
          <ac:spMkLst>
            <pc:docMk/>
            <pc:sldMk cId="2259517129" sldId="271"/>
            <ac:spMk id="16" creationId="{EF872765-E626-8CD5-3501-C1EC8F06A29B}"/>
          </ac:spMkLst>
        </pc:spChg>
        <pc:spChg chg="mod">
          <ac:chgData name="S, Prashanth" userId="14adee4d-8c63-488e-9151-e5503886a677" providerId="ADAL" clId="{16CC7241-C0C8-43F1-B065-8A0AA916B5F2}" dt="2026-07-28T12:37:02.564" v="7795" actId="20577"/>
          <ac:spMkLst>
            <pc:docMk/>
            <pc:sldMk cId="2259517129" sldId="271"/>
            <ac:spMk id="1076" creationId="{BFC38057-4B5E-6BD1-8F26-196D15F6163C}"/>
          </ac:spMkLst>
        </pc:spChg>
        <pc:cxnChg chg="add mod">
          <ac:chgData name="S, Prashanth" userId="14adee4d-8c63-488e-9151-e5503886a677" providerId="ADAL" clId="{16CC7241-C0C8-43F1-B065-8A0AA916B5F2}" dt="2026-07-28T12:30:35.473" v="7338" actId="1036"/>
          <ac:cxnSpMkLst>
            <pc:docMk/>
            <pc:sldMk cId="2259517129" sldId="271"/>
            <ac:cxnSpMk id="7" creationId="{97069ED3-2B3F-F818-C824-EDF631735BC5}"/>
          </ac:cxnSpMkLst>
        </pc:cxnChg>
        <pc:cxnChg chg="add mod">
          <ac:chgData name="S, Prashanth" userId="14adee4d-8c63-488e-9151-e5503886a677" providerId="ADAL" clId="{16CC7241-C0C8-43F1-B065-8A0AA916B5F2}" dt="2026-07-28T12:30:35.473" v="7338" actId="1036"/>
          <ac:cxnSpMkLst>
            <pc:docMk/>
            <pc:sldMk cId="2259517129" sldId="271"/>
            <ac:cxnSpMk id="10" creationId="{A34DAB7E-C876-32D6-69E2-4A12A4C5E570}"/>
          </ac:cxnSpMkLst>
        </pc:cxnChg>
        <pc:cxnChg chg="add mod">
          <ac:chgData name="S, Prashanth" userId="14adee4d-8c63-488e-9151-e5503886a677" providerId="ADAL" clId="{16CC7241-C0C8-43F1-B065-8A0AA916B5F2}" dt="2026-07-28T12:30:35.473" v="7338" actId="1036"/>
          <ac:cxnSpMkLst>
            <pc:docMk/>
            <pc:sldMk cId="2259517129" sldId="271"/>
            <ac:cxnSpMk id="15" creationId="{4974DA5C-DFAD-06A0-8CF4-998320D0CEA9}"/>
          </ac:cxnSpMkLst>
        </pc:cxnChg>
      </pc:sldChg>
      <pc:sldChg chg="addSp delSp modSp add mod ord">
        <pc:chgData name="S, Prashanth" userId="14adee4d-8c63-488e-9151-e5503886a677" providerId="ADAL" clId="{16CC7241-C0C8-43F1-B065-8A0AA916B5F2}" dt="2026-07-28T12:41:38.713" v="8435"/>
        <pc:sldMkLst>
          <pc:docMk/>
          <pc:sldMk cId="3525196070" sldId="272"/>
        </pc:sldMkLst>
        <pc:spChg chg="add mod">
          <ac:chgData name="S, Prashanth" userId="14adee4d-8c63-488e-9151-e5503886a677" providerId="ADAL" clId="{16CC7241-C0C8-43F1-B065-8A0AA916B5F2}" dt="2026-07-28T12:40:46.072" v="8364" actId="1036"/>
          <ac:spMkLst>
            <pc:docMk/>
            <pc:sldMk cId="3525196070" sldId="272"/>
            <ac:spMk id="14" creationId="{400CFE36-3EFF-2914-AA4D-DD27A56B62DA}"/>
          </ac:spMkLst>
        </pc:spChg>
        <pc:spChg chg="add mod">
          <ac:chgData name="S, Prashanth" userId="14adee4d-8c63-488e-9151-e5503886a677" providerId="ADAL" clId="{16CC7241-C0C8-43F1-B065-8A0AA916B5F2}" dt="2026-07-28T12:40:46.072" v="8364" actId="1036"/>
          <ac:spMkLst>
            <pc:docMk/>
            <pc:sldMk cId="3525196070" sldId="272"/>
            <ac:spMk id="17" creationId="{CDB93CE4-23E8-1276-F50D-B78C4C6DF0BD}"/>
          </ac:spMkLst>
        </pc:spChg>
        <pc:spChg chg="add mod">
          <ac:chgData name="S, Prashanth" userId="14adee4d-8c63-488e-9151-e5503886a677" providerId="ADAL" clId="{16CC7241-C0C8-43F1-B065-8A0AA916B5F2}" dt="2026-07-28T12:41:08.835" v="8413" actId="20577"/>
          <ac:spMkLst>
            <pc:docMk/>
            <pc:sldMk cId="3525196070" sldId="272"/>
            <ac:spMk id="19" creationId="{D83FD84C-DF86-F9C4-E364-B71E12A691C6}"/>
          </ac:spMkLst>
        </pc:spChg>
        <pc:spChg chg="add mod">
          <ac:chgData name="S, Prashanth" userId="14adee4d-8c63-488e-9151-e5503886a677" providerId="ADAL" clId="{16CC7241-C0C8-43F1-B065-8A0AA916B5F2}" dt="2026-07-28T12:41:01.095" v="8388" actId="1035"/>
          <ac:spMkLst>
            <pc:docMk/>
            <pc:sldMk cId="3525196070" sldId="272"/>
            <ac:spMk id="21" creationId="{EB53DC6F-D84B-29A1-DABA-273B40B273DA}"/>
          </ac:spMkLst>
        </pc:spChg>
        <pc:spChg chg="add mod">
          <ac:chgData name="S, Prashanth" userId="14adee4d-8c63-488e-9151-e5503886a677" providerId="ADAL" clId="{16CC7241-C0C8-43F1-B065-8A0AA916B5F2}" dt="2026-07-28T12:41:24.117" v="8433" actId="20577"/>
          <ac:spMkLst>
            <pc:docMk/>
            <pc:sldMk cId="3525196070" sldId="272"/>
            <ac:spMk id="22" creationId="{E608A206-D677-04EF-317D-F1C8B043A09A}"/>
          </ac:spMkLst>
        </pc:spChg>
        <pc:spChg chg="add mod">
          <ac:chgData name="S, Prashanth" userId="14adee4d-8c63-488e-9151-e5503886a677" providerId="ADAL" clId="{16CC7241-C0C8-43F1-B065-8A0AA916B5F2}" dt="2026-07-28T12:41:17.211" v="8414" actId="571"/>
          <ac:spMkLst>
            <pc:docMk/>
            <pc:sldMk cId="3525196070" sldId="272"/>
            <ac:spMk id="23" creationId="{B747DD33-FB9B-CB1D-AD5F-E7073106687A}"/>
          </ac:spMkLst>
        </pc:spChg>
        <pc:spChg chg="mod">
          <ac:chgData name="S, Prashanth" userId="14adee4d-8c63-488e-9151-e5503886a677" providerId="ADAL" clId="{16CC7241-C0C8-43F1-B065-8A0AA916B5F2}" dt="2026-07-28T12:37:47.279" v="7890" actId="20577"/>
          <ac:spMkLst>
            <pc:docMk/>
            <pc:sldMk cId="3525196070" sldId="272"/>
            <ac:spMk id="1076" creationId="{22CEED1D-2EC1-4C94-2C50-29457460C1FB}"/>
          </ac:spMkLst>
        </pc:spChg>
        <pc:picChg chg="add mod modCrop">
          <ac:chgData name="S, Prashanth" userId="14adee4d-8c63-488e-9151-e5503886a677" providerId="ADAL" clId="{16CC7241-C0C8-43F1-B065-8A0AA916B5F2}" dt="2026-07-28T12:40:46.072" v="8364" actId="1036"/>
          <ac:picMkLst>
            <pc:docMk/>
            <pc:sldMk cId="3525196070" sldId="272"/>
            <ac:picMk id="6" creationId="{C8BAB323-E798-68B5-055F-F9F3F6C08965}"/>
          </ac:picMkLst>
        </pc:picChg>
        <pc:picChg chg="add mod modCrop">
          <ac:chgData name="S, Prashanth" userId="14adee4d-8c63-488e-9151-e5503886a677" providerId="ADAL" clId="{16CC7241-C0C8-43F1-B065-8A0AA916B5F2}" dt="2026-07-28T12:40:46.072" v="8364" actId="1036"/>
          <ac:picMkLst>
            <pc:docMk/>
            <pc:sldMk cId="3525196070" sldId="272"/>
            <ac:picMk id="13" creationId="{2322EB61-AA22-0525-6EC5-395316A16C2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90f8781cf_0_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" name="Google Shape;81;g3e90f8781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90f9ea836_0_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e90f9ea83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90f9ea836_4_14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e90f9ea836_4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70319BF9-5039-F4D6-6892-BE79A621C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90f9ea836_0_26:notes">
            <a:extLst>
              <a:ext uri="{FF2B5EF4-FFF2-40B4-BE49-F238E27FC236}">
                <a16:creationId xmlns:a16="http://schemas.microsoft.com/office/drawing/2014/main" id="{AF364DC0-F0B7-2038-EF02-09ED9D30CF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e90f9ea836_0_26:notes">
            <a:extLst>
              <a:ext uri="{FF2B5EF4-FFF2-40B4-BE49-F238E27FC236}">
                <a16:creationId xmlns:a16="http://schemas.microsoft.com/office/drawing/2014/main" id="{5DA242FC-7FF9-4ED4-79E4-47F63C806D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9144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90f9ea836_0_18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e90f9ea836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90f9ea836_0_32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e90f9ea836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90f9ea836_0_49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3e90f9ea836_0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90f9ea836_0_24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e90f9ea836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90f9ea836_0_40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e90f9ea836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EE3B520C-B978-F932-12E7-4CBEBCF2A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90f9ea836_0_402:notes">
            <a:extLst>
              <a:ext uri="{FF2B5EF4-FFF2-40B4-BE49-F238E27FC236}">
                <a16:creationId xmlns:a16="http://schemas.microsoft.com/office/drawing/2014/main" id="{254C2C7D-5167-3C79-198B-6A57F4E2A1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e90f9ea836_0_402:notes">
            <a:extLst>
              <a:ext uri="{FF2B5EF4-FFF2-40B4-BE49-F238E27FC236}">
                <a16:creationId xmlns:a16="http://schemas.microsoft.com/office/drawing/2014/main" id="{65302EC3-53FD-5392-279E-542901CF69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9703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0E1FD69E-BCEF-8718-5550-C96BA8EA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90f9ea836_0_402:notes">
            <a:extLst>
              <a:ext uri="{FF2B5EF4-FFF2-40B4-BE49-F238E27FC236}">
                <a16:creationId xmlns:a16="http://schemas.microsoft.com/office/drawing/2014/main" id="{BF34337C-EA25-8347-A2F8-3A7750A5AD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e90f9ea836_0_402:notes">
            <a:extLst>
              <a:ext uri="{FF2B5EF4-FFF2-40B4-BE49-F238E27FC236}">
                <a16:creationId xmlns:a16="http://schemas.microsoft.com/office/drawing/2014/main" id="{61C5FC5A-815E-878D-0BD4-843D96E520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87043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>
          <a:extLst>
            <a:ext uri="{FF2B5EF4-FFF2-40B4-BE49-F238E27FC236}">
              <a16:creationId xmlns:a16="http://schemas.microsoft.com/office/drawing/2014/main" id="{9189EF5A-861A-B61E-452D-73AE0D8E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e90f9ea836_0_402:notes">
            <a:extLst>
              <a:ext uri="{FF2B5EF4-FFF2-40B4-BE49-F238E27FC236}">
                <a16:creationId xmlns:a16="http://schemas.microsoft.com/office/drawing/2014/main" id="{CD558F0F-CC73-2E19-C0D2-1997D07996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e90f9ea836_0_402:notes">
            <a:extLst>
              <a:ext uri="{FF2B5EF4-FFF2-40B4-BE49-F238E27FC236}">
                <a16:creationId xmlns:a16="http://schemas.microsoft.com/office/drawing/2014/main" id="{F0081559-339D-121B-1A14-2ECB6C841B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1733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e90f9ea836_0_54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g3e90f9ea836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90f9ea836_1_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3e90f9ea8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s" type="blank">
  <p:cSld name="BLANK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3"/>
          <p:cNvSpPr>
            <a:spLocks noGrp="1"/>
          </p:cNvSpPr>
          <p:nvPr>
            <p:ph type="pic" idx="2"/>
          </p:nvPr>
        </p:nvSpPr>
        <p:spPr>
          <a:xfrm>
            <a:off x="1754033" y="1212000"/>
            <a:ext cx="2288400" cy="22884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4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" Type="http://schemas.openxmlformats.org/officeDocument/2006/relationships/image" Target="../media/image4.png"/><Relationship Id="rId21" Type="http://schemas.openxmlformats.org/officeDocument/2006/relationships/image" Target="../media/image57.png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52.png"/><Relationship Id="rId20" Type="http://schemas.openxmlformats.org/officeDocument/2006/relationships/image" Target="../media/image56.gif"/><Relationship Id="rId29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5" Type="http://schemas.openxmlformats.org/officeDocument/2006/relationships/image" Target="../media/image42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1.png"/><Relationship Id="rId9" Type="http://schemas.openxmlformats.org/officeDocument/2006/relationships/image" Target="../media/image11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30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4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3.png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4" title="123123.png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4"/>
          <p:cNvSpPr txBox="1"/>
          <p:nvPr/>
        </p:nvSpPr>
        <p:spPr>
          <a:xfrm>
            <a:off x="2506400" y="3392387"/>
            <a:ext cx="7179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Building Personal AI That Actually Knows You</a:t>
            </a:r>
            <a:endParaRPr sz="1300">
              <a:solidFill>
                <a:schemeClr val="dk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85" name="Google Shape;85;p24"/>
          <p:cNvSpPr/>
          <p:nvPr/>
        </p:nvSpPr>
        <p:spPr>
          <a:xfrm>
            <a:off x="3698914" y="2433613"/>
            <a:ext cx="4794249" cy="87494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rgbClr val="15FF68"/>
                    </a:gs>
                    <a:gs pos="100000">
                      <a:srgbClr val="E0FFEB"/>
                    </a:gs>
                  </a:gsLst>
                  <a:lin ang="2698631" scaled="0"/>
                </a:gradFill>
                <a:latin typeface="Outfit"/>
              </a:rPr>
              <a:t>NeoCore</a:t>
            </a:r>
          </a:p>
        </p:txBody>
      </p:sp>
      <p:sp>
        <p:nvSpPr>
          <p:cNvPr id="86" name="Google Shape;86;p24"/>
          <p:cNvSpPr txBox="1"/>
          <p:nvPr/>
        </p:nvSpPr>
        <p:spPr>
          <a:xfrm>
            <a:off x="3403850" y="3486740"/>
            <a:ext cx="5384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 future of business intelligence</a:t>
            </a:r>
            <a:endParaRPr sz="1800" dirty="0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88" name="Google Shape;88;p24" title="mobile_app_move.0136.png"/>
          <p:cNvPicPr preferRelativeResize="0"/>
          <p:nvPr/>
        </p:nvPicPr>
        <p:blipFill rotWithShape="1">
          <a:blip r:embed="rId4">
            <a:alphaModFix/>
          </a:blip>
          <a:srcRect l="35872" t="15703" r="36925" b="20227"/>
          <a:stretch/>
        </p:blipFill>
        <p:spPr>
          <a:xfrm>
            <a:off x="9254575" y="3308550"/>
            <a:ext cx="2315300" cy="306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06179DF8-6A7B-EFFE-CDB3-ACFE4DDD3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664" y="235009"/>
            <a:ext cx="1687795" cy="9186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5" title="DSC0229306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-4500001">
            <a:off x="6588589" y="566723"/>
            <a:ext cx="6496549" cy="432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5" title="opk.png"/>
          <p:cNvPicPr preferRelativeResize="0"/>
          <p:nvPr/>
        </p:nvPicPr>
        <p:blipFill rotWithShape="1">
          <a:blip r:embed="rId4">
            <a:alphaModFix/>
          </a:blip>
          <a:srcRect l="68128" t="28609" r="1199" b="26919"/>
          <a:stretch/>
        </p:blipFill>
        <p:spPr>
          <a:xfrm>
            <a:off x="8506350" y="1976700"/>
            <a:ext cx="2661051" cy="257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5" title="opk.png"/>
          <p:cNvPicPr preferRelativeResize="0"/>
          <p:nvPr/>
        </p:nvPicPr>
        <p:blipFill rotWithShape="1">
          <a:blip r:embed="rId4">
            <a:alphaModFix/>
          </a:blip>
          <a:srcRect l="34111" t="27310" r="35216" b="28218"/>
          <a:stretch/>
        </p:blipFill>
        <p:spPr>
          <a:xfrm>
            <a:off x="4771200" y="2019075"/>
            <a:ext cx="2617202" cy="252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5" title="opk.png"/>
          <p:cNvPicPr preferRelativeResize="0"/>
          <p:nvPr/>
        </p:nvPicPr>
        <p:blipFill rotWithShape="1">
          <a:blip r:embed="rId4">
            <a:alphaModFix/>
          </a:blip>
          <a:srcRect l="1224" t="27310" r="68103" b="28218"/>
          <a:stretch/>
        </p:blipFill>
        <p:spPr>
          <a:xfrm>
            <a:off x="1070875" y="2019075"/>
            <a:ext cx="2617202" cy="252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5"/>
          <p:cNvSpPr txBox="1"/>
          <p:nvPr/>
        </p:nvSpPr>
        <p:spPr>
          <a:xfrm>
            <a:off x="2907111" y="3933171"/>
            <a:ext cx="62472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550" tIns="39775" rIns="79550" bIns="397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1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Building Personal AI That Actually Knows You</a:t>
            </a:r>
            <a:endParaRPr sz="1131">
              <a:solidFill>
                <a:schemeClr val="dk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98" name="Google Shape;98;p25"/>
          <p:cNvSpPr/>
          <p:nvPr/>
        </p:nvSpPr>
        <p:spPr>
          <a:xfrm>
            <a:off x="822763" y="4486925"/>
            <a:ext cx="3260700" cy="6291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  <a:effectLst>
            <a:outerShdw blurRad="44204" dist="33153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9550" tIns="39775" rIns="79550" bIns="397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Critical intelligence is conversational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9" name="Google Shape;99;p25"/>
          <p:cNvSpPr/>
          <p:nvPr/>
        </p:nvSpPr>
        <p:spPr>
          <a:xfrm>
            <a:off x="4458921" y="4486925"/>
            <a:ext cx="3260700" cy="6291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  <a:effectLst>
            <a:outerShdw blurRad="44204" dist="33153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9550" tIns="39775" rIns="79550" bIns="397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Conversational insights are inaccessible at scale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0" name="Google Shape;100;p25"/>
          <p:cNvSpPr/>
          <p:nvPr/>
        </p:nvSpPr>
        <p:spPr>
          <a:xfrm>
            <a:off x="8136935" y="4486925"/>
            <a:ext cx="3260700" cy="6291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  <a:effectLst>
            <a:outerShdw blurRad="44204" dist="33153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9550" tIns="39775" rIns="79550" bIns="397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Leading to low employee productivity</a:t>
            </a:r>
            <a:endParaRPr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1" name="Google Shape;101;p25"/>
          <p:cNvSpPr/>
          <p:nvPr/>
        </p:nvSpPr>
        <p:spPr>
          <a:xfrm>
            <a:off x="952825" y="5294599"/>
            <a:ext cx="28533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6"/>
              <a:buFont typeface="Roboto"/>
              <a:buNone/>
            </a:pPr>
            <a:r>
              <a:rPr lang="en-US" sz="1300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Critical signals - Competitor price drops, scheme failures; stay informal and are passed verbally</a:t>
            </a:r>
            <a:endParaRPr sz="1300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02" name="Google Shape;102;p25"/>
          <p:cNvCxnSpPr/>
          <p:nvPr/>
        </p:nvCxnSpPr>
        <p:spPr>
          <a:xfrm>
            <a:off x="4250325" y="4315476"/>
            <a:ext cx="0" cy="1619700"/>
          </a:xfrm>
          <a:prstGeom prst="straightConnector1">
            <a:avLst/>
          </a:prstGeom>
          <a:noFill/>
          <a:ln w="83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3" name="Google Shape;103;p25"/>
          <p:cNvCxnSpPr/>
          <p:nvPr/>
        </p:nvCxnSpPr>
        <p:spPr>
          <a:xfrm>
            <a:off x="7909275" y="4315476"/>
            <a:ext cx="0" cy="1619700"/>
          </a:xfrm>
          <a:prstGeom prst="straightConnector1">
            <a:avLst/>
          </a:prstGeom>
          <a:noFill/>
          <a:ln w="83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4" name="Google Shape;104;p25"/>
          <p:cNvSpPr/>
          <p:nvPr/>
        </p:nvSpPr>
        <p:spPr>
          <a:xfrm rot="5400000">
            <a:off x="446093" y="-750"/>
            <a:ext cx="687300" cy="688800"/>
          </a:xfrm>
          <a:prstGeom prst="rect">
            <a:avLst/>
          </a:prstGeom>
          <a:gradFill>
            <a:gsLst>
              <a:gs pos="0">
                <a:srgbClr val="15FF68"/>
              </a:gs>
              <a:gs pos="68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da"/>
              <a:ea typeface="Mada"/>
              <a:cs typeface="Mada"/>
              <a:sym typeface="Mada"/>
            </a:endParaRPr>
          </a:p>
        </p:txBody>
      </p:sp>
      <p:sp>
        <p:nvSpPr>
          <p:cNvPr id="105" name="Google Shape;105;p25"/>
          <p:cNvSpPr/>
          <p:nvPr/>
        </p:nvSpPr>
        <p:spPr>
          <a:xfrm>
            <a:off x="4564350" y="5138789"/>
            <a:ext cx="3260700" cy="693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Leaders necessarily need to be in the frontlines, and even then, field insights are partial</a:t>
            </a:r>
            <a:endParaRPr sz="1300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6" name="Google Shape;106;p25"/>
          <p:cNvSpPr/>
          <p:nvPr/>
        </p:nvSpPr>
        <p:spPr>
          <a:xfrm>
            <a:off x="8309643" y="5129645"/>
            <a:ext cx="3260700" cy="693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Leaders burn 30% of their time chasing updates instead of coaching or fixing issues; field teams operate at sub-optimal productivity</a:t>
            </a:r>
            <a:endParaRPr sz="1300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7" name="Google Shape;107;p25"/>
          <p:cNvSpPr txBox="1"/>
          <p:nvPr/>
        </p:nvSpPr>
        <p:spPr>
          <a:xfrm>
            <a:off x="384224" y="611106"/>
            <a:ext cx="8770087" cy="85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The Problem</a:t>
            </a:r>
            <a:br>
              <a:rPr lang="en-US" sz="1900" dirty="0">
                <a:solidFill>
                  <a:srgbClr val="00BF63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lang="en-US" sz="1900" dirty="0">
                <a:solidFill>
                  <a:srgbClr val="00BF63"/>
                </a:solidFill>
                <a:latin typeface="Outfit Medium"/>
                <a:ea typeface="Outfit Medium"/>
                <a:cs typeface="Outfit Medium"/>
                <a:sym typeface="Outfit Medium"/>
              </a:rPr>
              <a:t>Field conversations are a goldmine AND a graveyard of critical intelligence</a:t>
            </a:r>
            <a:endParaRPr sz="1900" dirty="0">
              <a:solidFill>
                <a:srgbClr val="00BF63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6" title="DSC0229306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-4500001">
            <a:off x="6588589" y="566723"/>
            <a:ext cx="6496549" cy="432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6" title="HomeScreen _ NO Calendar Integration.png"/>
          <p:cNvPicPr preferRelativeResize="0"/>
          <p:nvPr/>
        </p:nvPicPr>
        <p:blipFill rotWithShape="1">
          <a:blip r:embed="rId4">
            <a:alphaModFix/>
          </a:blip>
          <a:srcRect b="31652"/>
          <a:stretch/>
        </p:blipFill>
        <p:spPr>
          <a:xfrm>
            <a:off x="2375600" y="2370125"/>
            <a:ext cx="1430525" cy="211680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/>
        </p:nvSpPr>
        <p:spPr>
          <a:xfrm>
            <a:off x="2907111" y="3933171"/>
            <a:ext cx="62472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550" tIns="39775" rIns="79550" bIns="397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1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Building Personal AI That Actually Knows You</a:t>
            </a:r>
            <a:endParaRPr sz="1131">
              <a:solidFill>
                <a:schemeClr val="dk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15" name="Google Shape;115;p26"/>
          <p:cNvPicPr preferRelativeResize="0"/>
          <p:nvPr/>
        </p:nvPicPr>
        <p:blipFill rotWithShape="1">
          <a:blip r:embed="rId5">
            <a:alphaModFix/>
          </a:blip>
          <a:srcRect t="18762" b="17028"/>
          <a:stretch/>
        </p:blipFill>
        <p:spPr>
          <a:xfrm>
            <a:off x="4614997" y="2233279"/>
            <a:ext cx="3199800" cy="1117200"/>
          </a:xfrm>
          <a:prstGeom prst="roundRect">
            <a:avLst>
              <a:gd name="adj" fmla="val 11560"/>
            </a:avLst>
          </a:prstGeom>
          <a:noFill/>
          <a:ln>
            <a:noFill/>
          </a:ln>
          <a:effectLst>
            <a:outerShdw dist="76200" dir="2760000" algn="bl" rotWithShape="0">
              <a:srgbClr val="00BF63">
                <a:alpha val="50000"/>
              </a:srgbClr>
            </a:outerShdw>
          </a:effectLst>
        </p:spPr>
      </p:pic>
      <p:sp>
        <p:nvSpPr>
          <p:cNvPr id="117" name="Google Shape;117;p26"/>
          <p:cNvSpPr/>
          <p:nvPr/>
        </p:nvSpPr>
        <p:spPr>
          <a:xfrm>
            <a:off x="822763" y="4486925"/>
            <a:ext cx="3260700" cy="6291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  <a:effectLst>
            <a:outerShdw blurRad="44204" dist="33153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9550" tIns="39775" rIns="79550" bIns="397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Seamless conversation capture and synthesis</a:t>
            </a:r>
            <a:endParaRPr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8" name="Google Shape;118;p26"/>
          <p:cNvSpPr/>
          <p:nvPr/>
        </p:nvSpPr>
        <p:spPr>
          <a:xfrm>
            <a:off x="4458921" y="4486925"/>
            <a:ext cx="3260700" cy="6291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  <a:effectLst>
            <a:outerShdw blurRad="44204" dist="33153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9550" tIns="39775" rIns="79550" bIns="397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Enterprise-level aggregation</a:t>
            </a:r>
            <a:endParaRPr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9" name="Google Shape;119;p26"/>
          <p:cNvSpPr/>
          <p:nvPr/>
        </p:nvSpPr>
        <p:spPr>
          <a:xfrm>
            <a:off x="8136935" y="4486925"/>
            <a:ext cx="3260700" cy="629100"/>
          </a:xfrm>
          <a:prstGeom prst="rect">
            <a:avLst/>
          </a:prstGeom>
          <a:solidFill>
            <a:srgbClr val="00BF63">
              <a:alpha val="50000"/>
            </a:srgbClr>
          </a:solidFill>
          <a:ln>
            <a:noFill/>
          </a:ln>
          <a:effectLst>
            <a:outerShdw blurRad="44204" dist="33153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9550" tIns="39775" rIns="79550" bIns="397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Custom insights to drive business outcomes </a:t>
            </a:r>
            <a:endParaRPr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0" name="Google Shape;120;p26"/>
          <p:cNvSpPr/>
          <p:nvPr/>
        </p:nvSpPr>
        <p:spPr>
          <a:xfrm>
            <a:off x="952825" y="5294599"/>
            <a:ext cx="28533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566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Always-ON, ambient listening device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566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Breakthrough voice AI tool</a:t>
            </a:r>
            <a:endParaRPr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21" name="Google Shape;121;p26"/>
          <p:cNvCxnSpPr/>
          <p:nvPr/>
        </p:nvCxnSpPr>
        <p:spPr>
          <a:xfrm>
            <a:off x="4250325" y="4562364"/>
            <a:ext cx="0" cy="1619700"/>
          </a:xfrm>
          <a:prstGeom prst="straightConnector1">
            <a:avLst/>
          </a:prstGeom>
          <a:noFill/>
          <a:ln w="83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2" name="Google Shape;122;p26"/>
          <p:cNvCxnSpPr/>
          <p:nvPr/>
        </p:nvCxnSpPr>
        <p:spPr>
          <a:xfrm>
            <a:off x="7909275" y="4562364"/>
            <a:ext cx="0" cy="1619700"/>
          </a:xfrm>
          <a:prstGeom prst="straightConnector1">
            <a:avLst/>
          </a:prstGeom>
          <a:noFill/>
          <a:ln w="83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3" name="Google Shape;123;p26"/>
          <p:cNvSpPr/>
          <p:nvPr/>
        </p:nvSpPr>
        <p:spPr>
          <a:xfrm rot="5400000">
            <a:off x="446093" y="-750"/>
            <a:ext cx="687300" cy="688800"/>
          </a:xfrm>
          <a:prstGeom prst="rect">
            <a:avLst/>
          </a:prstGeom>
          <a:gradFill>
            <a:gsLst>
              <a:gs pos="0">
                <a:srgbClr val="15FF68"/>
              </a:gs>
              <a:gs pos="68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da"/>
              <a:ea typeface="Mada"/>
              <a:cs typeface="Mada"/>
              <a:sym typeface="Mada"/>
            </a:endParaRPr>
          </a:p>
        </p:txBody>
      </p:sp>
      <p:sp>
        <p:nvSpPr>
          <p:cNvPr id="124" name="Google Shape;124;p26"/>
          <p:cNvSpPr/>
          <p:nvPr/>
        </p:nvSpPr>
        <p:spPr>
          <a:xfrm>
            <a:off x="4604050" y="5294599"/>
            <a:ext cx="28533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>
              <a:buClr>
                <a:schemeClr val="bg1"/>
              </a:buClr>
              <a:buSzPts val="1566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Central “data dashboard” with synthesis of all conversations </a:t>
            </a:r>
          </a:p>
          <a:p>
            <a:pPr marL="285750" lvl="0" indent="-285750">
              <a:buClr>
                <a:schemeClr val="bg1"/>
              </a:buClr>
              <a:buSzPts val="1566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APIs and MCPs to integrate with your systems</a:t>
            </a:r>
            <a:endParaRPr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5" name="Google Shape;125;p26"/>
          <p:cNvSpPr/>
          <p:nvPr/>
        </p:nvSpPr>
        <p:spPr>
          <a:xfrm>
            <a:off x="8164474" y="5294599"/>
            <a:ext cx="3269333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566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Pitch adherence tracker </a:t>
            </a:r>
            <a:r>
              <a:rPr lang="en-US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– “Ideal pitch” adherence score for each chat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566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Voice of customer chatbot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566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Personalized coaching manuals for salespeople</a:t>
            </a:r>
            <a:endParaRPr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6" name="Google Shape;126;p26"/>
          <p:cNvSpPr txBox="1"/>
          <p:nvPr/>
        </p:nvSpPr>
        <p:spPr>
          <a:xfrm>
            <a:off x="384225" y="611106"/>
            <a:ext cx="77322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Our solution - NeoCore</a:t>
            </a:r>
            <a:br>
              <a:rPr lang="en-US" sz="1900">
                <a:solidFill>
                  <a:srgbClr val="00BF63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lang="en-US" sz="1800">
                <a:solidFill>
                  <a:srgbClr val="00BF63"/>
                </a:solidFill>
                <a:latin typeface="Outfit Medium"/>
                <a:ea typeface="Outfit Medium"/>
                <a:cs typeface="Outfit Medium"/>
                <a:sym typeface="Outfit Medium"/>
              </a:rPr>
              <a:t>We transform conversations into enterprise-scale intelligence &amp; actions</a:t>
            </a:r>
            <a:endParaRPr sz="1900">
              <a:solidFill>
                <a:srgbClr val="00BF63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27" name="Google Shape;127;p26" title="D1SC09306.png"/>
          <p:cNvPicPr preferRelativeResize="0"/>
          <p:nvPr/>
        </p:nvPicPr>
        <p:blipFill rotWithShape="1">
          <a:blip r:embed="rId6">
            <a:alphaModFix amt="90000"/>
          </a:blip>
          <a:srcRect l="20450" t="19737" r="29575" b="21733"/>
          <a:stretch/>
        </p:blipFill>
        <p:spPr>
          <a:xfrm>
            <a:off x="510300" y="2244589"/>
            <a:ext cx="2396790" cy="1870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16;p26"/>
          <p:cNvPicPr preferRelativeResize="0"/>
          <p:nvPr/>
        </p:nvPicPr>
        <p:blipFill rotWithShape="1">
          <a:blip r:embed="rId7">
            <a:alphaModFix/>
          </a:blip>
          <a:srcRect t="5970" b="38751"/>
          <a:stretch/>
        </p:blipFill>
        <p:spPr>
          <a:xfrm>
            <a:off x="4342283" y="3037951"/>
            <a:ext cx="3080100" cy="1117200"/>
          </a:xfrm>
          <a:prstGeom prst="roundRect">
            <a:avLst>
              <a:gd name="adj" fmla="val 12641"/>
            </a:avLst>
          </a:prstGeom>
          <a:noFill/>
          <a:ln>
            <a:noFill/>
          </a:ln>
          <a:effectLst>
            <a:outerShdw dist="76200" dir="2760000" algn="bl" rotWithShape="0">
              <a:srgbClr val="00BF63">
                <a:alpha val="50000"/>
              </a:srgbClr>
            </a:outerShdw>
          </a:effectLst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9273C7-F4F5-A1FD-A35A-EC6F59887D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7700" y="2531277"/>
            <a:ext cx="3269335" cy="1836592"/>
          </a:xfrm>
          <a:prstGeom prst="rect">
            <a:avLst/>
          </a:prstGeom>
        </p:spPr>
      </p:pic>
      <p:sp>
        <p:nvSpPr>
          <p:cNvPr id="6" name="Google Shape;117;p26">
            <a:extLst>
              <a:ext uri="{FF2B5EF4-FFF2-40B4-BE49-F238E27FC236}">
                <a16:creationId xmlns:a16="http://schemas.microsoft.com/office/drawing/2014/main" id="{539FEBE6-C73C-D814-295F-D6D0241E457E}"/>
              </a:ext>
            </a:extLst>
          </p:cNvPr>
          <p:cNvSpPr/>
          <p:nvPr/>
        </p:nvSpPr>
        <p:spPr>
          <a:xfrm>
            <a:off x="788741" y="1597089"/>
            <a:ext cx="7059496" cy="355111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  <a:effectLst>
            <a:outerShdw blurRad="44204" dist="33153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9550" tIns="39775" rIns="79550" bIns="397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Core offering</a:t>
            </a:r>
            <a:endParaRPr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7" name="Google Shape;117;p26">
            <a:extLst>
              <a:ext uri="{FF2B5EF4-FFF2-40B4-BE49-F238E27FC236}">
                <a16:creationId xmlns:a16="http://schemas.microsoft.com/office/drawing/2014/main" id="{C5638405-F573-7AB6-DC69-1EC1650B3E7B}"/>
              </a:ext>
            </a:extLst>
          </p:cNvPr>
          <p:cNvSpPr/>
          <p:nvPr/>
        </p:nvSpPr>
        <p:spPr>
          <a:xfrm>
            <a:off x="8098760" y="1597089"/>
            <a:ext cx="3393098" cy="355111"/>
          </a:xfrm>
          <a:prstGeom prst="rect">
            <a:avLst/>
          </a:prstGeom>
          <a:solidFill>
            <a:srgbClr val="00BF63">
              <a:alpha val="50000"/>
            </a:srgbClr>
          </a:solidFill>
          <a:ln>
            <a:noFill/>
          </a:ln>
          <a:effectLst>
            <a:outerShdw blurRad="44204" dist="33153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9550" tIns="39775" rIns="79550" bIns="397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Add-on</a:t>
            </a:r>
            <a:r>
              <a:rPr lang="en-US" b="1" baseline="30000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*</a:t>
            </a:r>
            <a:endParaRPr baseline="30000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" name="Google Shape;230;p29">
            <a:extLst>
              <a:ext uri="{FF2B5EF4-FFF2-40B4-BE49-F238E27FC236}">
                <a16:creationId xmlns:a16="http://schemas.microsoft.com/office/drawing/2014/main" id="{D6F4D9A9-53D0-85BC-9A27-A71488973D80}"/>
              </a:ext>
            </a:extLst>
          </p:cNvPr>
          <p:cNvSpPr txBox="1"/>
          <p:nvPr/>
        </p:nvSpPr>
        <p:spPr>
          <a:xfrm>
            <a:off x="297962" y="6341359"/>
            <a:ext cx="11433789" cy="3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89525" rIns="89525" bIns="895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7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(*) Add-on offering under a separate commercial construct from the first 2 parts of the enterprise offering</a:t>
            </a:r>
            <a:endParaRPr sz="1077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1">
          <a:extLst>
            <a:ext uri="{FF2B5EF4-FFF2-40B4-BE49-F238E27FC236}">
              <a16:creationId xmlns:a16="http://schemas.microsoft.com/office/drawing/2014/main" id="{116E9C69-6D53-31C3-6881-6E3892714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7" title="DSC0229306.png">
            <a:extLst>
              <a:ext uri="{FF2B5EF4-FFF2-40B4-BE49-F238E27FC236}">
                <a16:creationId xmlns:a16="http://schemas.microsoft.com/office/drawing/2014/main" id="{CD5705A4-5675-B82A-4D90-E0A2E12FCF24}"/>
              </a:ext>
            </a:extLst>
          </p:cNvPr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-4500001">
            <a:off x="6588589" y="566723"/>
            <a:ext cx="6496549" cy="432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7">
            <a:extLst>
              <a:ext uri="{FF2B5EF4-FFF2-40B4-BE49-F238E27FC236}">
                <a16:creationId xmlns:a16="http://schemas.microsoft.com/office/drawing/2014/main" id="{DA0F1162-C2AA-2E7E-1E5C-092584F9F10E}"/>
              </a:ext>
            </a:extLst>
          </p:cNvPr>
          <p:cNvSpPr/>
          <p:nvPr/>
        </p:nvSpPr>
        <p:spPr>
          <a:xfrm rot="5400000">
            <a:off x="446093" y="-750"/>
            <a:ext cx="687300" cy="688800"/>
          </a:xfrm>
          <a:prstGeom prst="rect">
            <a:avLst/>
          </a:prstGeom>
          <a:gradFill>
            <a:gsLst>
              <a:gs pos="0">
                <a:srgbClr val="15FF68"/>
              </a:gs>
              <a:gs pos="68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utfit" panose="020B0604020202020204" charset="0"/>
              <a:ea typeface="Mada"/>
              <a:cs typeface="Mada"/>
              <a:sym typeface="Mada"/>
            </a:endParaRPr>
          </a:p>
        </p:txBody>
      </p:sp>
      <p:sp>
        <p:nvSpPr>
          <p:cNvPr id="174" name="Google Shape;174;p27">
            <a:extLst>
              <a:ext uri="{FF2B5EF4-FFF2-40B4-BE49-F238E27FC236}">
                <a16:creationId xmlns:a16="http://schemas.microsoft.com/office/drawing/2014/main" id="{30674343-E89D-8064-F7ED-CA2CC3164B06}"/>
              </a:ext>
            </a:extLst>
          </p:cNvPr>
          <p:cNvSpPr txBox="1"/>
          <p:nvPr/>
        </p:nvSpPr>
        <p:spPr>
          <a:xfrm>
            <a:off x="384225" y="611100"/>
            <a:ext cx="28356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Why NeoCore</a:t>
            </a:r>
            <a:endParaRPr sz="1900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" name="Google Shape;135;p27">
            <a:extLst>
              <a:ext uri="{FF2B5EF4-FFF2-40B4-BE49-F238E27FC236}">
                <a16:creationId xmlns:a16="http://schemas.microsoft.com/office/drawing/2014/main" id="{3B3FF35A-AB4F-2771-ED7A-7881DA2285DA}"/>
              </a:ext>
            </a:extLst>
          </p:cNvPr>
          <p:cNvSpPr/>
          <p:nvPr/>
        </p:nvSpPr>
        <p:spPr>
          <a:xfrm>
            <a:off x="624447" y="1846659"/>
            <a:ext cx="60000" cy="1910100"/>
          </a:xfrm>
          <a:prstGeom prst="rect">
            <a:avLst/>
          </a:prstGeom>
          <a:solidFill>
            <a:srgbClr val="2ECB7E"/>
          </a:solidFill>
          <a:ln>
            <a:noFill/>
          </a:ln>
        </p:spPr>
        <p:txBody>
          <a:bodyPr spcFirstLastPara="1" wrap="square" lIns="74900" tIns="37425" rIns="74900" bIns="37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4">
              <a:solidFill>
                <a:srgbClr val="000000"/>
              </a:solidFill>
              <a:latin typeface="Outfit" panose="020B0604020202020204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DC5FF890-8891-88CD-5ACC-6EF07D60B4FA}"/>
              </a:ext>
            </a:extLst>
          </p:cNvPr>
          <p:cNvSpPr/>
          <p:nvPr/>
        </p:nvSpPr>
        <p:spPr>
          <a:xfrm>
            <a:off x="555147" y="1889194"/>
            <a:ext cx="6741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457"/>
              <a:buFont typeface="Georgia"/>
              <a:buNone/>
            </a:pPr>
            <a:r>
              <a:rPr lang="en-US" sz="2457" b="1">
                <a:solidFill>
                  <a:srgbClr val="2ECB7E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01</a:t>
            </a:r>
            <a:endParaRPr sz="2457">
              <a:solidFill>
                <a:srgbClr val="2ECB7E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11" name="Google Shape;140;p27">
            <a:extLst>
              <a:ext uri="{FF2B5EF4-FFF2-40B4-BE49-F238E27FC236}">
                <a16:creationId xmlns:a16="http://schemas.microsoft.com/office/drawing/2014/main" id="{F21270FC-D695-82D5-9829-C95629017B8B}"/>
              </a:ext>
            </a:extLst>
          </p:cNvPr>
          <p:cNvSpPr/>
          <p:nvPr/>
        </p:nvSpPr>
        <p:spPr>
          <a:xfrm>
            <a:off x="3344394" y="1846659"/>
            <a:ext cx="60000" cy="1910100"/>
          </a:xfrm>
          <a:prstGeom prst="rect">
            <a:avLst/>
          </a:prstGeom>
          <a:solidFill>
            <a:srgbClr val="2ECB7E"/>
          </a:solidFill>
          <a:ln>
            <a:noFill/>
          </a:ln>
        </p:spPr>
        <p:txBody>
          <a:bodyPr spcFirstLastPara="1" wrap="square" lIns="74900" tIns="37425" rIns="74900" bIns="37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4">
              <a:solidFill>
                <a:srgbClr val="000000"/>
              </a:solidFill>
              <a:latin typeface="Outfit" panose="020B0604020202020204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13" name="Google Shape;141;p27">
            <a:extLst>
              <a:ext uri="{FF2B5EF4-FFF2-40B4-BE49-F238E27FC236}">
                <a16:creationId xmlns:a16="http://schemas.microsoft.com/office/drawing/2014/main" id="{CEC9AB08-269A-D5CF-82E3-523E5C281ED4}"/>
              </a:ext>
            </a:extLst>
          </p:cNvPr>
          <p:cNvSpPr/>
          <p:nvPr/>
        </p:nvSpPr>
        <p:spPr>
          <a:xfrm>
            <a:off x="869817" y="2396891"/>
            <a:ext cx="1884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474"/>
              <a:buFont typeface="Roboto"/>
              <a:buNone/>
            </a:pPr>
            <a:r>
              <a:rPr lang="en-US" sz="1500" b="1" dirty="0">
                <a:solidFill>
                  <a:srgbClr val="00BF63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Breakthrough technology</a:t>
            </a:r>
            <a:endParaRPr sz="1500" dirty="0">
              <a:solidFill>
                <a:srgbClr val="00BF63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15" name="Google Shape;142;p27">
            <a:extLst>
              <a:ext uri="{FF2B5EF4-FFF2-40B4-BE49-F238E27FC236}">
                <a16:creationId xmlns:a16="http://schemas.microsoft.com/office/drawing/2014/main" id="{8D465C46-5168-8FBD-22CE-F4CB657CC015}"/>
              </a:ext>
            </a:extLst>
          </p:cNvPr>
          <p:cNvSpPr/>
          <p:nvPr/>
        </p:nvSpPr>
        <p:spPr>
          <a:xfrm>
            <a:off x="854214" y="2956322"/>
            <a:ext cx="1845300" cy="7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1"/>
              <a:buFont typeface="Roboto"/>
              <a:buNone/>
            </a:pPr>
            <a:r>
              <a:rPr lang="en-US" sz="1000" dirty="0">
                <a:solidFill>
                  <a:schemeClr val="lt1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85%+ speaker attribution accuracy, 100+ languages, &lt;2 min latency from speech to synthesis; patented technology to capture emotions</a:t>
            </a:r>
            <a:endParaRPr sz="1000" b="1" dirty="0">
              <a:solidFill>
                <a:schemeClr val="lt1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21" name="Google Shape;145;p27">
            <a:extLst>
              <a:ext uri="{FF2B5EF4-FFF2-40B4-BE49-F238E27FC236}">
                <a16:creationId xmlns:a16="http://schemas.microsoft.com/office/drawing/2014/main" id="{F9EA401C-8E76-9222-D91C-98C44E9567E1}"/>
              </a:ext>
            </a:extLst>
          </p:cNvPr>
          <p:cNvSpPr/>
          <p:nvPr/>
        </p:nvSpPr>
        <p:spPr>
          <a:xfrm>
            <a:off x="3542555" y="2388179"/>
            <a:ext cx="1884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474"/>
              <a:buFont typeface="Roboto"/>
              <a:buNone/>
            </a:pPr>
            <a:r>
              <a:rPr lang="en-US" sz="1500" b="1" dirty="0">
                <a:solidFill>
                  <a:srgbClr val="00BF63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Tailored to your needs</a:t>
            </a:r>
            <a:endParaRPr sz="1500" dirty="0">
              <a:solidFill>
                <a:srgbClr val="00BF63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23" name="Google Shape;146;p27">
            <a:extLst>
              <a:ext uri="{FF2B5EF4-FFF2-40B4-BE49-F238E27FC236}">
                <a16:creationId xmlns:a16="http://schemas.microsoft.com/office/drawing/2014/main" id="{550262B9-A5D8-AD09-3AD4-9F8A93A29B5B}"/>
              </a:ext>
            </a:extLst>
          </p:cNvPr>
          <p:cNvSpPr/>
          <p:nvPr/>
        </p:nvSpPr>
        <p:spPr>
          <a:xfrm>
            <a:off x="3560033" y="2899794"/>
            <a:ext cx="1845300" cy="7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1"/>
              <a:buFont typeface="Roboto"/>
              <a:buNone/>
            </a:pPr>
            <a:r>
              <a:rPr lang="en-US" sz="1000">
                <a:solidFill>
                  <a:schemeClr val="lt1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Customization to suit your context, and lingo</a:t>
            </a:r>
            <a:endParaRPr sz="1000" b="1">
              <a:solidFill>
                <a:schemeClr val="lt1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27" name="Google Shape;148;p27">
            <a:extLst>
              <a:ext uri="{FF2B5EF4-FFF2-40B4-BE49-F238E27FC236}">
                <a16:creationId xmlns:a16="http://schemas.microsoft.com/office/drawing/2014/main" id="{CECD5F66-565C-AF28-491C-D043FF201BE0}"/>
              </a:ext>
            </a:extLst>
          </p:cNvPr>
          <p:cNvSpPr/>
          <p:nvPr/>
        </p:nvSpPr>
        <p:spPr>
          <a:xfrm>
            <a:off x="8915222" y="1870042"/>
            <a:ext cx="60000" cy="4094470"/>
          </a:xfrm>
          <a:prstGeom prst="rect">
            <a:avLst/>
          </a:prstGeom>
          <a:solidFill>
            <a:srgbClr val="2ECB7E"/>
          </a:solidFill>
          <a:ln>
            <a:noFill/>
          </a:ln>
        </p:spPr>
        <p:txBody>
          <a:bodyPr spcFirstLastPara="1" wrap="square" lIns="74900" tIns="37425" rIns="74900" bIns="37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4">
              <a:solidFill>
                <a:srgbClr val="000000"/>
              </a:solidFill>
              <a:latin typeface="Outfit" panose="020B0604020202020204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131" name="Google Shape;152;p27">
            <a:extLst>
              <a:ext uri="{FF2B5EF4-FFF2-40B4-BE49-F238E27FC236}">
                <a16:creationId xmlns:a16="http://schemas.microsoft.com/office/drawing/2014/main" id="{896CF854-80F5-6494-988D-4DB2E7C3E1AA}"/>
              </a:ext>
            </a:extLst>
          </p:cNvPr>
          <p:cNvSpPr/>
          <p:nvPr/>
        </p:nvSpPr>
        <p:spPr>
          <a:xfrm>
            <a:off x="6158472" y="1801931"/>
            <a:ext cx="60000" cy="1910100"/>
          </a:xfrm>
          <a:prstGeom prst="rect">
            <a:avLst/>
          </a:prstGeom>
          <a:solidFill>
            <a:srgbClr val="2ECB7E"/>
          </a:solidFill>
          <a:ln>
            <a:noFill/>
          </a:ln>
        </p:spPr>
        <p:txBody>
          <a:bodyPr spcFirstLastPara="1" wrap="square" lIns="74900" tIns="37425" rIns="74900" bIns="37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4">
              <a:solidFill>
                <a:srgbClr val="000000"/>
              </a:solidFill>
              <a:latin typeface="Outfit" panose="020B0604020202020204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176" name="Google Shape;153;p27">
            <a:extLst>
              <a:ext uri="{FF2B5EF4-FFF2-40B4-BE49-F238E27FC236}">
                <a16:creationId xmlns:a16="http://schemas.microsoft.com/office/drawing/2014/main" id="{765707D2-819C-FEB7-E953-39B376C7AA40}"/>
              </a:ext>
            </a:extLst>
          </p:cNvPr>
          <p:cNvSpPr/>
          <p:nvPr/>
        </p:nvSpPr>
        <p:spPr>
          <a:xfrm>
            <a:off x="6420634" y="2355431"/>
            <a:ext cx="1884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0BF63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Easy usage for real business outcomes</a:t>
            </a:r>
            <a:endParaRPr sz="1500">
              <a:solidFill>
                <a:srgbClr val="00BF63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180" name="Google Shape;156;p27">
            <a:extLst>
              <a:ext uri="{FF2B5EF4-FFF2-40B4-BE49-F238E27FC236}">
                <a16:creationId xmlns:a16="http://schemas.microsoft.com/office/drawing/2014/main" id="{7615EF80-627C-E0A0-C227-59D07B8DF800}"/>
              </a:ext>
            </a:extLst>
          </p:cNvPr>
          <p:cNvSpPr/>
          <p:nvPr/>
        </p:nvSpPr>
        <p:spPr>
          <a:xfrm>
            <a:off x="3344394" y="4068881"/>
            <a:ext cx="60000" cy="1910100"/>
          </a:xfrm>
          <a:prstGeom prst="rect">
            <a:avLst/>
          </a:prstGeom>
          <a:solidFill>
            <a:srgbClr val="2ECB7E"/>
          </a:solidFill>
          <a:ln>
            <a:noFill/>
          </a:ln>
        </p:spPr>
        <p:txBody>
          <a:bodyPr spcFirstLastPara="1" wrap="square" lIns="74900" tIns="37425" rIns="74900" bIns="37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4">
              <a:solidFill>
                <a:srgbClr val="000000"/>
              </a:solidFill>
              <a:latin typeface="Outfit" panose="020B0604020202020204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182" name="Google Shape;157;p27">
            <a:extLst>
              <a:ext uri="{FF2B5EF4-FFF2-40B4-BE49-F238E27FC236}">
                <a16:creationId xmlns:a16="http://schemas.microsoft.com/office/drawing/2014/main" id="{C96D76BD-B948-CC74-0E99-41D1D71970CF}"/>
              </a:ext>
            </a:extLst>
          </p:cNvPr>
          <p:cNvSpPr/>
          <p:nvPr/>
        </p:nvSpPr>
        <p:spPr>
          <a:xfrm>
            <a:off x="9126849" y="2382101"/>
            <a:ext cx="1884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474"/>
              <a:buFont typeface="Roboto"/>
              <a:buNone/>
            </a:pPr>
            <a:r>
              <a:rPr lang="en-US" sz="1500" b="1" dirty="0">
                <a:solidFill>
                  <a:srgbClr val="00BF63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Best-in-class security &amp; privacy</a:t>
            </a:r>
            <a:endParaRPr sz="1500" dirty="0">
              <a:solidFill>
                <a:srgbClr val="00BF63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184" name="Google Shape;158;p27">
            <a:extLst>
              <a:ext uri="{FF2B5EF4-FFF2-40B4-BE49-F238E27FC236}">
                <a16:creationId xmlns:a16="http://schemas.microsoft.com/office/drawing/2014/main" id="{E1C6B37D-7F63-A8D5-D191-8980F62349B0}"/>
              </a:ext>
            </a:extLst>
          </p:cNvPr>
          <p:cNvSpPr/>
          <p:nvPr/>
        </p:nvSpPr>
        <p:spPr>
          <a:xfrm>
            <a:off x="9111246" y="2897813"/>
            <a:ext cx="19359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sz="1000" dirty="0">
              <a:solidFill>
                <a:schemeClr val="lt1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ISO 27001 certified</a:t>
            </a:r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SOC2-compliant vendors</a:t>
            </a:r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JWT auth</a:t>
            </a:r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Bi-annual 3P audits</a:t>
            </a:r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PII/ personal conversation redaction</a:t>
            </a:r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No audio storage</a:t>
            </a:r>
            <a:endParaRPr sz="1000" b="1" dirty="0">
              <a:solidFill>
                <a:schemeClr val="lt1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188" name="Google Shape;160;p27">
            <a:extLst>
              <a:ext uri="{FF2B5EF4-FFF2-40B4-BE49-F238E27FC236}">
                <a16:creationId xmlns:a16="http://schemas.microsoft.com/office/drawing/2014/main" id="{C405C68B-77F2-2E9F-8C4D-2B302793D871}"/>
              </a:ext>
            </a:extLst>
          </p:cNvPr>
          <p:cNvSpPr/>
          <p:nvPr/>
        </p:nvSpPr>
        <p:spPr>
          <a:xfrm>
            <a:off x="6150797" y="4068881"/>
            <a:ext cx="60000" cy="1910100"/>
          </a:xfrm>
          <a:prstGeom prst="rect">
            <a:avLst/>
          </a:prstGeom>
          <a:solidFill>
            <a:srgbClr val="2ECB7E"/>
          </a:solidFill>
          <a:ln>
            <a:noFill/>
          </a:ln>
        </p:spPr>
        <p:txBody>
          <a:bodyPr spcFirstLastPara="1" wrap="square" lIns="74900" tIns="37425" rIns="74900" bIns="37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4">
              <a:solidFill>
                <a:srgbClr val="000000"/>
              </a:solidFill>
              <a:latin typeface="Outfit" panose="020B0604020202020204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190" name="Google Shape;161;p27">
            <a:extLst>
              <a:ext uri="{FF2B5EF4-FFF2-40B4-BE49-F238E27FC236}">
                <a16:creationId xmlns:a16="http://schemas.microsoft.com/office/drawing/2014/main" id="{3FACFD99-6674-EB36-BBC4-39FFB344D0DF}"/>
              </a:ext>
            </a:extLst>
          </p:cNvPr>
          <p:cNvSpPr/>
          <p:nvPr/>
        </p:nvSpPr>
        <p:spPr>
          <a:xfrm>
            <a:off x="3569987" y="4662444"/>
            <a:ext cx="1884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474"/>
              <a:buFont typeface="Roboto"/>
              <a:buNone/>
            </a:pPr>
            <a:r>
              <a:rPr lang="en-US" sz="1500" b="1" dirty="0">
                <a:solidFill>
                  <a:srgbClr val="00BF63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API-first</a:t>
            </a:r>
            <a:endParaRPr sz="1500" dirty="0">
              <a:solidFill>
                <a:srgbClr val="00BF63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192" name="Google Shape;165;p27">
            <a:extLst>
              <a:ext uri="{FF2B5EF4-FFF2-40B4-BE49-F238E27FC236}">
                <a16:creationId xmlns:a16="http://schemas.microsoft.com/office/drawing/2014/main" id="{57555C03-00B5-0F97-665B-647E6E9DC932}"/>
              </a:ext>
            </a:extLst>
          </p:cNvPr>
          <p:cNvSpPr/>
          <p:nvPr/>
        </p:nvSpPr>
        <p:spPr>
          <a:xfrm>
            <a:off x="6389160" y="4622381"/>
            <a:ext cx="1884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474"/>
              <a:buFont typeface="Roboto"/>
              <a:buNone/>
            </a:pPr>
            <a:r>
              <a:rPr lang="en-US" sz="1500" b="1" dirty="0">
                <a:solidFill>
                  <a:srgbClr val="00BF63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Made in India</a:t>
            </a:r>
            <a:endParaRPr sz="1500" dirty="0">
              <a:solidFill>
                <a:srgbClr val="00BF63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194" name="Google Shape;167;p27">
            <a:extLst>
              <a:ext uri="{FF2B5EF4-FFF2-40B4-BE49-F238E27FC236}">
                <a16:creationId xmlns:a16="http://schemas.microsoft.com/office/drawing/2014/main" id="{DDC3200D-B5CF-E374-C213-F6A1D5ABDEC8}"/>
              </a:ext>
            </a:extLst>
          </p:cNvPr>
          <p:cNvSpPr/>
          <p:nvPr/>
        </p:nvSpPr>
        <p:spPr>
          <a:xfrm>
            <a:off x="3323461" y="1889194"/>
            <a:ext cx="6741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457"/>
              <a:buFont typeface="Georgia"/>
              <a:buNone/>
            </a:pPr>
            <a:r>
              <a:rPr lang="en-US" sz="2457" b="1">
                <a:solidFill>
                  <a:srgbClr val="2ECB7E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02</a:t>
            </a:r>
            <a:endParaRPr sz="2457">
              <a:solidFill>
                <a:srgbClr val="2ECB7E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198" name="Google Shape;169;p27">
            <a:extLst>
              <a:ext uri="{FF2B5EF4-FFF2-40B4-BE49-F238E27FC236}">
                <a16:creationId xmlns:a16="http://schemas.microsoft.com/office/drawing/2014/main" id="{9454B000-6DF1-54DB-2ADE-9251AD9A615A}"/>
              </a:ext>
            </a:extLst>
          </p:cNvPr>
          <p:cNvSpPr/>
          <p:nvPr/>
        </p:nvSpPr>
        <p:spPr>
          <a:xfrm>
            <a:off x="8874308" y="1889194"/>
            <a:ext cx="6741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457"/>
              <a:buFont typeface="Georgia"/>
              <a:buNone/>
            </a:pPr>
            <a:r>
              <a:rPr lang="en-US" sz="2457" b="1">
                <a:solidFill>
                  <a:srgbClr val="2ECB7E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04</a:t>
            </a:r>
            <a:endParaRPr sz="2457">
              <a:solidFill>
                <a:srgbClr val="2ECB7E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200" name="Google Shape;170;p27">
            <a:extLst>
              <a:ext uri="{FF2B5EF4-FFF2-40B4-BE49-F238E27FC236}">
                <a16:creationId xmlns:a16="http://schemas.microsoft.com/office/drawing/2014/main" id="{CFE16E7E-D026-D787-C994-A28AF5BDE294}"/>
              </a:ext>
            </a:extLst>
          </p:cNvPr>
          <p:cNvSpPr/>
          <p:nvPr/>
        </p:nvSpPr>
        <p:spPr>
          <a:xfrm>
            <a:off x="6089172" y="1802500"/>
            <a:ext cx="6741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457"/>
              <a:buFont typeface="Georgia"/>
              <a:buNone/>
            </a:pPr>
            <a:r>
              <a:rPr lang="en-US" sz="2457" b="1" dirty="0">
                <a:solidFill>
                  <a:srgbClr val="2ECB7E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03</a:t>
            </a:r>
            <a:endParaRPr sz="2457" dirty="0">
              <a:solidFill>
                <a:srgbClr val="2ECB7E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202" name="Google Shape;171;p27">
            <a:extLst>
              <a:ext uri="{FF2B5EF4-FFF2-40B4-BE49-F238E27FC236}">
                <a16:creationId xmlns:a16="http://schemas.microsoft.com/office/drawing/2014/main" id="{35A80B65-4E3C-CB8E-2A9B-2B9F700F7F4E}"/>
              </a:ext>
            </a:extLst>
          </p:cNvPr>
          <p:cNvSpPr/>
          <p:nvPr/>
        </p:nvSpPr>
        <p:spPr>
          <a:xfrm>
            <a:off x="3323461" y="4069450"/>
            <a:ext cx="6741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457"/>
              <a:buFont typeface="Georgia"/>
              <a:buNone/>
            </a:pPr>
            <a:r>
              <a:rPr lang="en-US" sz="2457" b="1">
                <a:solidFill>
                  <a:srgbClr val="2ECB7E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06</a:t>
            </a:r>
            <a:endParaRPr sz="2457">
              <a:solidFill>
                <a:srgbClr val="2ECB7E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204" name="Google Shape;172;p27">
            <a:extLst>
              <a:ext uri="{FF2B5EF4-FFF2-40B4-BE49-F238E27FC236}">
                <a16:creationId xmlns:a16="http://schemas.microsoft.com/office/drawing/2014/main" id="{DEE38FC6-53B2-BE4B-6163-97368EBA19D1}"/>
              </a:ext>
            </a:extLst>
          </p:cNvPr>
          <p:cNvSpPr/>
          <p:nvPr/>
        </p:nvSpPr>
        <p:spPr>
          <a:xfrm>
            <a:off x="6113625" y="4069450"/>
            <a:ext cx="6741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457"/>
              <a:buFont typeface="Georgia"/>
              <a:buNone/>
            </a:pPr>
            <a:r>
              <a:rPr lang="en-US" sz="2457" b="1">
                <a:solidFill>
                  <a:srgbClr val="2ECB7E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07</a:t>
            </a:r>
            <a:endParaRPr sz="2457">
              <a:solidFill>
                <a:srgbClr val="2ECB7E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206" name="Google Shape;142;p27">
            <a:extLst>
              <a:ext uri="{FF2B5EF4-FFF2-40B4-BE49-F238E27FC236}">
                <a16:creationId xmlns:a16="http://schemas.microsoft.com/office/drawing/2014/main" id="{D496B27C-C97E-183D-313A-EB45F55F1B68}"/>
              </a:ext>
            </a:extLst>
          </p:cNvPr>
          <p:cNvSpPr/>
          <p:nvPr/>
        </p:nvSpPr>
        <p:spPr>
          <a:xfrm>
            <a:off x="6388239" y="2909926"/>
            <a:ext cx="1845300" cy="7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1"/>
              <a:buFont typeface="Roboto"/>
              <a:buNone/>
            </a:pPr>
            <a:r>
              <a:rPr lang="en-US" sz="1000" dirty="0">
                <a:solidFill>
                  <a:schemeClr val="lt1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Always on option leading to high levels of utilization (70%+) with tangible impact (e.g. 15-20% uplift in sales productivity)</a:t>
            </a:r>
            <a:endParaRPr sz="1000" b="1" dirty="0">
              <a:solidFill>
                <a:schemeClr val="lt1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208" name="Google Shape;142;p27">
            <a:extLst>
              <a:ext uri="{FF2B5EF4-FFF2-40B4-BE49-F238E27FC236}">
                <a16:creationId xmlns:a16="http://schemas.microsoft.com/office/drawing/2014/main" id="{A80828BE-C25F-A672-041A-B6E1F9FBB345}"/>
              </a:ext>
            </a:extLst>
          </p:cNvPr>
          <p:cNvSpPr/>
          <p:nvPr/>
        </p:nvSpPr>
        <p:spPr>
          <a:xfrm>
            <a:off x="3560033" y="5158588"/>
            <a:ext cx="1845300" cy="7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1"/>
              <a:buFont typeface="Roboto"/>
              <a:buNone/>
            </a:pPr>
            <a:r>
              <a:rPr lang="en-US" sz="1000" dirty="0">
                <a:solidFill>
                  <a:schemeClr val="lt1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Seamless integration into your organization’s applications</a:t>
            </a:r>
            <a:endParaRPr sz="1000" b="1" dirty="0">
              <a:solidFill>
                <a:schemeClr val="lt1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210" name="Google Shape;142;p27">
            <a:extLst>
              <a:ext uri="{FF2B5EF4-FFF2-40B4-BE49-F238E27FC236}">
                <a16:creationId xmlns:a16="http://schemas.microsoft.com/office/drawing/2014/main" id="{F72FAC09-FE65-9A66-6565-CA13BDE15453}"/>
              </a:ext>
            </a:extLst>
          </p:cNvPr>
          <p:cNvSpPr/>
          <p:nvPr/>
        </p:nvSpPr>
        <p:spPr>
          <a:xfrm>
            <a:off x="6379701" y="5158588"/>
            <a:ext cx="1845300" cy="7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1"/>
              <a:buFont typeface="Roboto"/>
              <a:buNone/>
            </a:pPr>
            <a:r>
              <a:rPr lang="en-US" sz="1000" dirty="0">
                <a:solidFill>
                  <a:schemeClr val="lt1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Developed, manufactured, maintained in India.</a:t>
            </a:r>
            <a:endParaRPr sz="1000" b="1" dirty="0">
              <a:solidFill>
                <a:schemeClr val="lt1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224" name="Google Shape;134;p27">
            <a:extLst>
              <a:ext uri="{FF2B5EF4-FFF2-40B4-BE49-F238E27FC236}">
                <a16:creationId xmlns:a16="http://schemas.microsoft.com/office/drawing/2014/main" id="{C06F86DE-C1D9-7A6A-C8E2-AC421ECA3ED3}"/>
              </a:ext>
            </a:extLst>
          </p:cNvPr>
          <p:cNvSpPr/>
          <p:nvPr/>
        </p:nvSpPr>
        <p:spPr>
          <a:xfrm>
            <a:off x="657213" y="1847040"/>
            <a:ext cx="2243100" cy="1910100"/>
          </a:xfrm>
          <a:prstGeom prst="rect">
            <a:avLst/>
          </a:prstGeom>
          <a:solidFill>
            <a:srgbClr val="00BF63">
              <a:alpha val="10200"/>
            </a:srgbClr>
          </a:solidFill>
          <a:ln>
            <a:noFill/>
          </a:ln>
        </p:spPr>
        <p:txBody>
          <a:bodyPr spcFirstLastPara="1" wrap="square" lIns="74900" tIns="37425" rIns="74900" bIns="37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4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134;p27">
            <a:extLst>
              <a:ext uri="{FF2B5EF4-FFF2-40B4-BE49-F238E27FC236}">
                <a16:creationId xmlns:a16="http://schemas.microsoft.com/office/drawing/2014/main" id="{0426406C-8B7C-C002-9B88-8D443DC8280B}"/>
              </a:ext>
            </a:extLst>
          </p:cNvPr>
          <p:cNvSpPr/>
          <p:nvPr/>
        </p:nvSpPr>
        <p:spPr>
          <a:xfrm>
            <a:off x="3372530" y="1847040"/>
            <a:ext cx="2243100" cy="1910100"/>
          </a:xfrm>
          <a:prstGeom prst="rect">
            <a:avLst/>
          </a:prstGeom>
          <a:solidFill>
            <a:srgbClr val="00BF63">
              <a:alpha val="10200"/>
            </a:srgbClr>
          </a:solidFill>
          <a:ln>
            <a:noFill/>
          </a:ln>
        </p:spPr>
        <p:txBody>
          <a:bodyPr spcFirstLastPara="1" wrap="square" lIns="74900" tIns="37425" rIns="74900" bIns="37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134;p27">
            <a:extLst>
              <a:ext uri="{FF2B5EF4-FFF2-40B4-BE49-F238E27FC236}">
                <a16:creationId xmlns:a16="http://schemas.microsoft.com/office/drawing/2014/main" id="{4FC32AE4-7916-6C8C-9B3F-54A9AFFACEFA}"/>
              </a:ext>
            </a:extLst>
          </p:cNvPr>
          <p:cNvSpPr/>
          <p:nvPr/>
        </p:nvSpPr>
        <p:spPr>
          <a:xfrm>
            <a:off x="6191238" y="1782526"/>
            <a:ext cx="2243100" cy="1910100"/>
          </a:xfrm>
          <a:prstGeom prst="rect">
            <a:avLst/>
          </a:prstGeom>
          <a:solidFill>
            <a:srgbClr val="00BF63">
              <a:alpha val="10200"/>
            </a:srgbClr>
          </a:solidFill>
          <a:ln>
            <a:noFill/>
          </a:ln>
        </p:spPr>
        <p:txBody>
          <a:bodyPr spcFirstLastPara="1" wrap="square" lIns="74900" tIns="37425" rIns="74900" bIns="37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134;p27">
            <a:extLst>
              <a:ext uri="{FF2B5EF4-FFF2-40B4-BE49-F238E27FC236}">
                <a16:creationId xmlns:a16="http://schemas.microsoft.com/office/drawing/2014/main" id="{11329E8D-4CAF-04BA-9BEE-32D8C6FA0A31}"/>
              </a:ext>
            </a:extLst>
          </p:cNvPr>
          <p:cNvSpPr/>
          <p:nvPr/>
        </p:nvSpPr>
        <p:spPr>
          <a:xfrm>
            <a:off x="3372530" y="4049476"/>
            <a:ext cx="2243100" cy="1910100"/>
          </a:xfrm>
          <a:prstGeom prst="rect">
            <a:avLst/>
          </a:prstGeom>
          <a:solidFill>
            <a:srgbClr val="00BF63">
              <a:alpha val="10200"/>
            </a:srgbClr>
          </a:solidFill>
          <a:ln>
            <a:noFill/>
          </a:ln>
        </p:spPr>
        <p:txBody>
          <a:bodyPr spcFirstLastPara="1" wrap="square" lIns="74900" tIns="37425" rIns="74900" bIns="37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134;p27">
            <a:extLst>
              <a:ext uri="{FF2B5EF4-FFF2-40B4-BE49-F238E27FC236}">
                <a16:creationId xmlns:a16="http://schemas.microsoft.com/office/drawing/2014/main" id="{DA8755A6-260C-E852-5417-128486264B36}"/>
              </a:ext>
            </a:extLst>
          </p:cNvPr>
          <p:cNvSpPr/>
          <p:nvPr/>
        </p:nvSpPr>
        <p:spPr>
          <a:xfrm>
            <a:off x="6183684" y="4049476"/>
            <a:ext cx="2243100" cy="1910100"/>
          </a:xfrm>
          <a:prstGeom prst="rect">
            <a:avLst/>
          </a:prstGeom>
          <a:solidFill>
            <a:srgbClr val="00BF63">
              <a:alpha val="10200"/>
            </a:srgbClr>
          </a:solidFill>
          <a:ln>
            <a:noFill/>
          </a:ln>
        </p:spPr>
        <p:txBody>
          <a:bodyPr spcFirstLastPara="1" wrap="square" lIns="74900" tIns="37425" rIns="74900" bIns="37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134;p27">
            <a:extLst>
              <a:ext uri="{FF2B5EF4-FFF2-40B4-BE49-F238E27FC236}">
                <a16:creationId xmlns:a16="http://schemas.microsoft.com/office/drawing/2014/main" id="{8E28D7B8-B727-CE95-52A2-E02B519C2D87}"/>
              </a:ext>
            </a:extLst>
          </p:cNvPr>
          <p:cNvSpPr/>
          <p:nvPr/>
        </p:nvSpPr>
        <p:spPr>
          <a:xfrm>
            <a:off x="8945376" y="1847040"/>
            <a:ext cx="2243100" cy="4112536"/>
          </a:xfrm>
          <a:prstGeom prst="rect">
            <a:avLst/>
          </a:prstGeom>
          <a:solidFill>
            <a:srgbClr val="00BF63">
              <a:alpha val="10200"/>
            </a:srgbClr>
          </a:solidFill>
          <a:ln>
            <a:noFill/>
          </a:ln>
        </p:spPr>
        <p:txBody>
          <a:bodyPr spcFirstLastPara="1" wrap="square" lIns="74900" tIns="37425" rIns="74900" bIns="37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4;p27">
            <a:extLst>
              <a:ext uri="{FF2B5EF4-FFF2-40B4-BE49-F238E27FC236}">
                <a16:creationId xmlns:a16="http://schemas.microsoft.com/office/drawing/2014/main" id="{542ECFB7-322E-FE88-7A40-789F682DD8AE}"/>
              </a:ext>
            </a:extLst>
          </p:cNvPr>
          <p:cNvSpPr/>
          <p:nvPr/>
        </p:nvSpPr>
        <p:spPr>
          <a:xfrm>
            <a:off x="626297" y="4027884"/>
            <a:ext cx="60000" cy="1910100"/>
          </a:xfrm>
          <a:prstGeom prst="rect">
            <a:avLst/>
          </a:prstGeom>
          <a:solidFill>
            <a:srgbClr val="2ECB7E"/>
          </a:solidFill>
          <a:ln>
            <a:noFill/>
          </a:ln>
        </p:spPr>
        <p:txBody>
          <a:bodyPr spcFirstLastPara="1" wrap="square" lIns="74900" tIns="37425" rIns="74900" bIns="37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4">
              <a:solidFill>
                <a:srgbClr val="000000"/>
              </a:solidFill>
              <a:latin typeface="Outfit" panose="020B0604020202020204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6" name="Google Shape;149;p27">
            <a:extLst>
              <a:ext uri="{FF2B5EF4-FFF2-40B4-BE49-F238E27FC236}">
                <a16:creationId xmlns:a16="http://schemas.microsoft.com/office/drawing/2014/main" id="{2A5902D7-1FB7-B902-AC71-74ABBBC26E29}"/>
              </a:ext>
            </a:extLst>
          </p:cNvPr>
          <p:cNvSpPr/>
          <p:nvPr/>
        </p:nvSpPr>
        <p:spPr>
          <a:xfrm>
            <a:off x="837228" y="4569404"/>
            <a:ext cx="1884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474"/>
              <a:buFont typeface="Roboto"/>
              <a:buNone/>
            </a:pPr>
            <a:r>
              <a:rPr lang="en-US" sz="1500" b="1" dirty="0">
                <a:solidFill>
                  <a:srgbClr val="00BF63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Trusted by industry leaders</a:t>
            </a:r>
            <a:endParaRPr sz="1500" dirty="0">
              <a:solidFill>
                <a:srgbClr val="00BF63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9" name="Google Shape;150;p27">
            <a:extLst>
              <a:ext uri="{FF2B5EF4-FFF2-40B4-BE49-F238E27FC236}">
                <a16:creationId xmlns:a16="http://schemas.microsoft.com/office/drawing/2014/main" id="{C3E1AA46-B8F3-BDE6-BED0-8D4CB35B825D}"/>
              </a:ext>
            </a:extLst>
          </p:cNvPr>
          <p:cNvSpPr/>
          <p:nvPr/>
        </p:nvSpPr>
        <p:spPr>
          <a:xfrm>
            <a:off x="837228" y="5081019"/>
            <a:ext cx="1798886" cy="7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1"/>
              <a:buFont typeface="Roboto"/>
              <a:buNone/>
            </a:pPr>
            <a:r>
              <a:rPr lang="en-US" sz="1000" dirty="0">
                <a:solidFill>
                  <a:schemeClr val="lt1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Live at 25+ customers including multiple marquee logos</a:t>
            </a:r>
            <a:endParaRPr sz="1000" b="1" dirty="0">
              <a:solidFill>
                <a:schemeClr val="lt1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sp>
        <p:nvSpPr>
          <p:cNvPr id="12" name="Google Shape;168;p27">
            <a:extLst>
              <a:ext uri="{FF2B5EF4-FFF2-40B4-BE49-F238E27FC236}">
                <a16:creationId xmlns:a16="http://schemas.microsoft.com/office/drawing/2014/main" id="{7BD4074D-D9AA-09D4-D050-F63D2EA4906D}"/>
              </a:ext>
            </a:extLst>
          </p:cNvPr>
          <p:cNvSpPr/>
          <p:nvPr/>
        </p:nvSpPr>
        <p:spPr>
          <a:xfrm>
            <a:off x="589125" y="4070419"/>
            <a:ext cx="6741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457"/>
              <a:buFont typeface="Georgia"/>
              <a:buNone/>
            </a:pPr>
            <a:r>
              <a:rPr lang="en-US" sz="2457" b="1" dirty="0">
                <a:solidFill>
                  <a:srgbClr val="2ECB7E"/>
                </a:solidFill>
                <a:latin typeface="Outfit" panose="020B0604020202020204" charset="0"/>
                <a:ea typeface="Cambria" panose="02040503050406030204" pitchFamily="18" charset="0"/>
                <a:cs typeface="Outfit"/>
                <a:sym typeface="Outfit"/>
              </a:rPr>
              <a:t>05</a:t>
            </a:r>
            <a:endParaRPr sz="2457" dirty="0">
              <a:solidFill>
                <a:srgbClr val="2ECB7E"/>
              </a:solidFill>
              <a:latin typeface="Outfit" panose="020B0604020202020204" charset="0"/>
              <a:ea typeface="Cambria" panose="02040503050406030204" pitchFamily="18" charset="0"/>
              <a:cs typeface="Outfit"/>
              <a:sym typeface="Outfit"/>
            </a:endParaRPr>
          </a:p>
        </p:txBody>
      </p:sp>
      <p:pic>
        <p:nvPicPr>
          <p:cNvPr id="16" name="Google Shape;343;p32">
            <a:extLst>
              <a:ext uri="{FF2B5EF4-FFF2-40B4-BE49-F238E27FC236}">
                <a16:creationId xmlns:a16="http://schemas.microsoft.com/office/drawing/2014/main" id="{86923D46-0839-97E0-666F-0626FAF37C7A}"/>
              </a:ext>
            </a:extLst>
          </p:cNvPr>
          <p:cNvPicPr preferRelativeResize="0"/>
          <p:nvPr/>
        </p:nvPicPr>
        <p:blipFill rotWithShape="1">
          <a:blip r:embed="rId4">
            <a:alphaModFix/>
            <a:biLevel thresh="25000"/>
          </a:blip>
          <a:srcRect/>
          <a:stretch/>
        </p:blipFill>
        <p:spPr>
          <a:xfrm>
            <a:off x="786104" y="5667029"/>
            <a:ext cx="802433" cy="29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descr="P&amp;G Again Reinvents Consumer Experiences at the 2020 Consumer Electronics  Show">
            <a:extLst>
              <a:ext uri="{FF2B5EF4-FFF2-40B4-BE49-F238E27FC236}">
                <a16:creationId xmlns:a16="http://schemas.microsoft.com/office/drawing/2014/main" id="{46953688-BAA8-2075-4B0D-31AEEF2F47BB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</a:blip>
          <a:stretch/>
        </p:blipFill>
        <p:spPr>
          <a:xfrm>
            <a:off x="801030" y="5433719"/>
            <a:ext cx="413396" cy="3100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E0D1213-FD67-11DA-A89A-5B0053304542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280080" y="5453555"/>
            <a:ext cx="253186" cy="263735"/>
          </a:xfrm>
          <a:prstGeom prst="rect">
            <a:avLst/>
          </a:prstGeom>
        </p:spPr>
      </p:pic>
      <p:pic>
        <p:nvPicPr>
          <p:cNvPr id="25" name="Picture 24" descr="File:Panasonic logo (Blue).svg - Wikimedia Commons">
            <a:extLst>
              <a:ext uri="{FF2B5EF4-FFF2-40B4-BE49-F238E27FC236}">
                <a16:creationId xmlns:a16="http://schemas.microsoft.com/office/drawing/2014/main" id="{0E9B4737-50F8-3AB1-317B-8FD837741E96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</a:blip>
          <a:stretch>
            <a:fillRect/>
          </a:stretch>
        </p:blipFill>
        <p:spPr>
          <a:xfrm>
            <a:off x="1605485" y="5540089"/>
            <a:ext cx="567946" cy="9066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A5A0370-EF0E-07C7-2378-761C232E2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25000"/>
          </a:blip>
          <a:stretch>
            <a:fillRect/>
          </a:stretch>
        </p:blipFill>
        <p:spPr>
          <a:xfrm>
            <a:off x="1579531" y="5742945"/>
            <a:ext cx="614361" cy="136896"/>
          </a:xfrm>
          <a:prstGeom prst="rect">
            <a:avLst/>
          </a:prstGeom>
        </p:spPr>
      </p:pic>
      <p:pic>
        <p:nvPicPr>
          <p:cNvPr id="231" name="Picture 230" descr="Home">
            <a:extLst>
              <a:ext uri="{FF2B5EF4-FFF2-40B4-BE49-F238E27FC236}">
                <a16:creationId xmlns:a16="http://schemas.microsoft.com/office/drawing/2014/main" id="{0616D51E-1E0F-2A40-B261-C643D8998BEC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25000"/>
          </a:blip>
          <a:stretch>
            <a:fillRect/>
          </a:stretch>
        </p:blipFill>
        <p:spPr>
          <a:xfrm>
            <a:off x="2269774" y="5504162"/>
            <a:ext cx="514037" cy="303565"/>
          </a:xfrm>
          <a:prstGeom prst="rect">
            <a:avLst/>
          </a:prstGeom>
        </p:spPr>
      </p:pic>
      <p:sp>
        <p:nvSpPr>
          <p:cNvPr id="233" name="Google Shape;134;p27">
            <a:extLst>
              <a:ext uri="{FF2B5EF4-FFF2-40B4-BE49-F238E27FC236}">
                <a16:creationId xmlns:a16="http://schemas.microsoft.com/office/drawing/2014/main" id="{349184B0-58F5-F0BB-D73A-C8821E11C773}"/>
              </a:ext>
            </a:extLst>
          </p:cNvPr>
          <p:cNvSpPr/>
          <p:nvPr/>
        </p:nvSpPr>
        <p:spPr>
          <a:xfrm>
            <a:off x="659184" y="4028265"/>
            <a:ext cx="2243100" cy="1910100"/>
          </a:xfrm>
          <a:prstGeom prst="rect">
            <a:avLst/>
          </a:prstGeom>
          <a:solidFill>
            <a:srgbClr val="00BF63">
              <a:alpha val="10200"/>
            </a:srgbClr>
          </a:solidFill>
          <a:ln>
            <a:noFill/>
          </a:ln>
        </p:spPr>
        <p:txBody>
          <a:bodyPr spcFirstLastPara="1" wrap="square" lIns="74900" tIns="37425" rIns="74900" bIns="37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0160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9" title="DSC0229306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-4500001">
            <a:off x="6588589" y="566723"/>
            <a:ext cx="6496549" cy="432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/>
          <p:nvPr/>
        </p:nvSpPr>
        <p:spPr>
          <a:xfrm>
            <a:off x="742870" y="4304450"/>
            <a:ext cx="10797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319"/>
              <a:buFont typeface="Roboto"/>
              <a:buNone/>
            </a:pPr>
            <a:r>
              <a:rPr lang="en-US" sz="2652" dirty="0">
                <a:solidFill>
                  <a:srgbClr val="00BF63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&lt;2 min</a:t>
            </a:r>
            <a:endParaRPr sz="2652" dirty="0">
              <a:solidFill>
                <a:srgbClr val="00BF63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217" name="Google Shape;217;p29"/>
          <p:cNvSpPr/>
          <p:nvPr/>
        </p:nvSpPr>
        <p:spPr>
          <a:xfrm rot="5400000">
            <a:off x="446093" y="-750"/>
            <a:ext cx="687300" cy="688800"/>
          </a:xfrm>
          <a:prstGeom prst="rect">
            <a:avLst/>
          </a:prstGeom>
          <a:gradFill>
            <a:gsLst>
              <a:gs pos="0">
                <a:srgbClr val="15FF68"/>
              </a:gs>
              <a:gs pos="68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da"/>
              <a:ea typeface="Mada"/>
              <a:cs typeface="Mada"/>
              <a:sym typeface="Mada"/>
            </a:endParaRPr>
          </a:p>
        </p:txBody>
      </p:sp>
      <p:sp>
        <p:nvSpPr>
          <p:cNvPr id="218" name="Google Shape;218;p29"/>
          <p:cNvSpPr/>
          <p:nvPr/>
        </p:nvSpPr>
        <p:spPr>
          <a:xfrm>
            <a:off x="1915441" y="2312717"/>
            <a:ext cx="20100" cy="574500"/>
          </a:xfrm>
          <a:prstGeom prst="rect">
            <a:avLst/>
          </a:prstGeom>
          <a:solidFill>
            <a:srgbClr val="00BF63"/>
          </a:solidFill>
          <a:ln w="9825" cap="flat" cmpd="sng">
            <a:solidFill>
              <a:srgbClr val="00BF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35325" rIns="70700" bIns="353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9"/>
          <p:cNvSpPr/>
          <p:nvPr/>
        </p:nvSpPr>
        <p:spPr>
          <a:xfrm>
            <a:off x="878339" y="2317225"/>
            <a:ext cx="94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319"/>
              <a:buFont typeface="Roboto"/>
              <a:buNone/>
            </a:pPr>
            <a:r>
              <a:rPr lang="en-US" sz="2652">
                <a:solidFill>
                  <a:srgbClr val="00BF63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87%+</a:t>
            </a:r>
            <a:endParaRPr sz="2652">
              <a:solidFill>
                <a:srgbClr val="00BF63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2097021" y="2317225"/>
            <a:ext cx="3215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391"/>
              <a:buFont typeface="Roboto"/>
              <a:buNone/>
            </a:pPr>
            <a:r>
              <a:rPr lang="en-US" sz="1493" b="1" dirty="0" err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Diarization</a:t>
            </a:r>
            <a:r>
              <a:rPr lang="en-US" sz="1493" b="1" dirty="0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 accuracy</a:t>
            </a:r>
            <a:r>
              <a:rPr lang="en-US" sz="1493" dirty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493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for multi-agent conversations</a:t>
            </a:r>
            <a:r>
              <a:rPr lang="en-US" sz="1493" baseline="30000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*</a:t>
            </a:r>
            <a:endParaRPr sz="1184" baseline="30000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1915441" y="3285559"/>
            <a:ext cx="20100" cy="574500"/>
          </a:xfrm>
          <a:prstGeom prst="rect">
            <a:avLst/>
          </a:prstGeom>
          <a:solidFill>
            <a:srgbClr val="00BF63"/>
          </a:solidFill>
          <a:ln w="9825" cap="flat" cmpd="sng">
            <a:solidFill>
              <a:srgbClr val="00BF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35325" rIns="70700" bIns="353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9"/>
          <p:cNvSpPr/>
          <p:nvPr/>
        </p:nvSpPr>
        <p:spPr>
          <a:xfrm>
            <a:off x="878339" y="3290078"/>
            <a:ext cx="944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319"/>
              <a:buFont typeface="Roboto"/>
              <a:buNone/>
            </a:pPr>
            <a:r>
              <a:rPr lang="en-US" sz="2652">
                <a:solidFill>
                  <a:srgbClr val="00BF63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100+</a:t>
            </a:r>
            <a:endParaRPr sz="2652">
              <a:solidFill>
                <a:srgbClr val="00BF63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223" name="Google Shape;223;p29"/>
          <p:cNvSpPr/>
          <p:nvPr/>
        </p:nvSpPr>
        <p:spPr>
          <a:xfrm>
            <a:off x="2097021" y="3290076"/>
            <a:ext cx="3215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391"/>
              <a:buFont typeface="Roboto"/>
              <a:buNone/>
            </a:pPr>
            <a:r>
              <a:rPr lang="en-US" sz="1493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Languages</a:t>
            </a:r>
            <a:r>
              <a:rPr lang="en-US" sz="1493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; significant coverage of Indic languages</a:t>
            </a:r>
            <a:r>
              <a:rPr lang="en-US" sz="1493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sz="1184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1915441" y="4299920"/>
            <a:ext cx="20100" cy="574500"/>
          </a:xfrm>
          <a:prstGeom prst="rect">
            <a:avLst/>
          </a:prstGeom>
          <a:solidFill>
            <a:srgbClr val="00BF63"/>
          </a:solidFill>
          <a:ln w="9825" cap="flat" cmpd="sng">
            <a:solidFill>
              <a:srgbClr val="00BF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35325" rIns="70700" bIns="353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2097021" y="4304446"/>
            <a:ext cx="3215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391"/>
              <a:buFont typeface="Roboto"/>
              <a:buNone/>
            </a:pPr>
            <a:r>
              <a:rPr lang="en-US" sz="1493" b="1" dirty="0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Latency</a:t>
            </a:r>
            <a:r>
              <a:rPr lang="en-US" sz="1493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from speech to synthesis^</a:t>
            </a:r>
            <a:endParaRPr sz="1184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26" name="Google Shape;226;p29"/>
          <p:cNvCxnSpPr/>
          <p:nvPr/>
        </p:nvCxnSpPr>
        <p:spPr>
          <a:xfrm>
            <a:off x="921191" y="3113682"/>
            <a:ext cx="4156500" cy="0"/>
          </a:xfrm>
          <a:prstGeom prst="straightConnector1">
            <a:avLst/>
          </a:prstGeom>
          <a:noFill/>
          <a:ln w="7375" cap="flat" cmpd="sng">
            <a:solidFill>
              <a:srgbClr val="00BF6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7" name="Google Shape;227;p29"/>
          <p:cNvCxnSpPr/>
          <p:nvPr/>
        </p:nvCxnSpPr>
        <p:spPr>
          <a:xfrm>
            <a:off x="921191" y="4082407"/>
            <a:ext cx="4156500" cy="0"/>
          </a:xfrm>
          <a:prstGeom prst="straightConnector1">
            <a:avLst/>
          </a:prstGeom>
          <a:noFill/>
          <a:ln w="7375" cap="flat" cmpd="sng">
            <a:solidFill>
              <a:srgbClr val="00BF6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9" name="Google Shape;229;p29"/>
          <p:cNvSpPr/>
          <p:nvPr/>
        </p:nvSpPr>
        <p:spPr>
          <a:xfrm>
            <a:off x="586079" y="1584300"/>
            <a:ext cx="4768800" cy="5004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  <a:effectLst>
            <a:outerShdw blurRad="41113" dist="30835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3975" tIns="37000" rIns="73975" bIns="37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2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BREAKTHROUGH INTELLIGENCE LAYER</a:t>
            </a:r>
            <a:endParaRPr sz="1302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0" name="Google Shape;230;p29"/>
          <p:cNvSpPr txBox="1"/>
          <p:nvPr/>
        </p:nvSpPr>
        <p:spPr>
          <a:xfrm>
            <a:off x="297962" y="6259063"/>
            <a:ext cx="11433789" cy="3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525" tIns="89525" rIns="89525" bIns="895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7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(*) For multi-speaker settings with clear audio stream; 4% reduction if ambient noise present (^) Median duration</a:t>
            </a:r>
            <a:endParaRPr sz="1077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384225" y="611100"/>
            <a:ext cx="106503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Breakthrough technology</a:t>
            </a:r>
            <a:endParaRPr sz="1900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2" name="Google Shape;314;p13">
            <a:extLst>
              <a:ext uri="{FF2B5EF4-FFF2-40B4-BE49-F238E27FC236}">
                <a16:creationId xmlns:a16="http://schemas.microsoft.com/office/drawing/2014/main" id="{1A05A659-503D-D76C-48CA-554120DDFA96}"/>
              </a:ext>
            </a:extLst>
          </p:cNvPr>
          <p:cNvSpPr/>
          <p:nvPr/>
        </p:nvSpPr>
        <p:spPr>
          <a:xfrm>
            <a:off x="8118788" y="2217014"/>
            <a:ext cx="1654233" cy="287292"/>
          </a:xfrm>
          <a:prstGeom prst="roundRect">
            <a:avLst>
              <a:gd name="adj" fmla="val 13043"/>
            </a:avLst>
          </a:prstGeom>
          <a:solidFill>
            <a:srgbClr val="00C063"/>
          </a:solidFill>
          <a:ln w="12700" cap="flat" cmpd="sng">
            <a:solidFill>
              <a:srgbClr val="00C0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315;p13">
            <a:extLst>
              <a:ext uri="{FF2B5EF4-FFF2-40B4-BE49-F238E27FC236}">
                <a16:creationId xmlns:a16="http://schemas.microsoft.com/office/drawing/2014/main" id="{410C822A-E7DE-C5E3-404A-5B99C26F8CC8}"/>
              </a:ext>
            </a:extLst>
          </p:cNvPr>
          <p:cNvSpPr/>
          <p:nvPr/>
        </p:nvSpPr>
        <p:spPr>
          <a:xfrm>
            <a:off x="8118788" y="2233066"/>
            <a:ext cx="1654233" cy="237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B1530"/>
                </a:solidFill>
                <a:latin typeface="Calibri"/>
                <a:ea typeface="Calibri"/>
                <a:cs typeface="Calibri"/>
                <a:sym typeface="Calibri"/>
              </a:rPr>
              <a:t>Neo 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316;p13">
            <a:extLst>
              <a:ext uri="{FF2B5EF4-FFF2-40B4-BE49-F238E27FC236}">
                <a16:creationId xmlns:a16="http://schemas.microsoft.com/office/drawing/2014/main" id="{1DF528A6-D9B8-95DC-2DD3-A97A50AF5146}"/>
              </a:ext>
            </a:extLst>
          </p:cNvPr>
          <p:cNvSpPr/>
          <p:nvPr/>
        </p:nvSpPr>
        <p:spPr>
          <a:xfrm>
            <a:off x="9851265" y="2217014"/>
            <a:ext cx="1654233" cy="287292"/>
          </a:xfrm>
          <a:prstGeom prst="roundRect">
            <a:avLst>
              <a:gd name="adj" fmla="val 13043"/>
            </a:avLst>
          </a:prstGeom>
          <a:solidFill>
            <a:srgbClr val="14213D"/>
          </a:solidFill>
          <a:ln w="12700" cap="flat" cmpd="sng">
            <a:solidFill>
              <a:srgbClr val="2432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317;p13">
            <a:extLst>
              <a:ext uri="{FF2B5EF4-FFF2-40B4-BE49-F238E27FC236}">
                <a16:creationId xmlns:a16="http://schemas.microsoft.com/office/drawing/2014/main" id="{0F915A57-45DB-FC31-345D-FDC2D28F130C}"/>
              </a:ext>
            </a:extLst>
          </p:cNvPr>
          <p:cNvSpPr/>
          <p:nvPr/>
        </p:nvSpPr>
        <p:spPr>
          <a:xfrm>
            <a:off x="9851265" y="2233066"/>
            <a:ext cx="1654233" cy="237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Plaud NotePin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335;p13">
            <a:extLst>
              <a:ext uri="{FF2B5EF4-FFF2-40B4-BE49-F238E27FC236}">
                <a16:creationId xmlns:a16="http://schemas.microsoft.com/office/drawing/2014/main" id="{A03EB446-B9F4-4108-8559-4D65F34608F5}"/>
              </a:ext>
            </a:extLst>
          </p:cNvPr>
          <p:cNvSpPr/>
          <p:nvPr/>
        </p:nvSpPr>
        <p:spPr>
          <a:xfrm>
            <a:off x="6388256" y="2511302"/>
            <a:ext cx="5137051" cy="2606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336;p13">
            <a:extLst>
              <a:ext uri="{FF2B5EF4-FFF2-40B4-BE49-F238E27FC236}">
                <a16:creationId xmlns:a16="http://schemas.microsoft.com/office/drawing/2014/main" id="{BFA5A954-298D-557B-5478-EB580C88D528}"/>
              </a:ext>
            </a:extLst>
          </p:cNvPr>
          <p:cNvSpPr/>
          <p:nvPr/>
        </p:nvSpPr>
        <p:spPr>
          <a:xfrm>
            <a:off x="6426774" y="2511302"/>
            <a:ext cx="2593069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B7E"/>
              </a:buClr>
              <a:buSzPts val="1200"/>
              <a:buFont typeface="Calibri"/>
              <a:buNone/>
            </a:pPr>
            <a:r>
              <a:rPr lang="en-US" sz="1200" b="1" dirty="0">
                <a:solidFill>
                  <a:srgbClr val="2ECB7E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37;p13">
            <a:extLst>
              <a:ext uri="{FF2B5EF4-FFF2-40B4-BE49-F238E27FC236}">
                <a16:creationId xmlns:a16="http://schemas.microsoft.com/office/drawing/2014/main" id="{F34F1478-457D-94F7-0F37-2EB5C263C807}"/>
              </a:ext>
            </a:extLst>
          </p:cNvPr>
          <p:cNvSpPr/>
          <p:nvPr/>
        </p:nvSpPr>
        <p:spPr>
          <a:xfrm>
            <a:off x="6456593" y="2771906"/>
            <a:ext cx="1589757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Indic language coverage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38;p13">
            <a:extLst>
              <a:ext uri="{FF2B5EF4-FFF2-40B4-BE49-F238E27FC236}">
                <a16:creationId xmlns:a16="http://schemas.microsoft.com/office/drawing/2014/main" id="{EECD166A-10D6-6948-7B3E-25FD086508B3}"/>
              </a:ext>
            </a:extLst>
          </p:cNvPr>
          <p:cNvSpPr/>
          <p:nvPr/>
        </p:nvSpPr>
        <p:spPr>
          <a:xfrm>
            <a:off x="8118788" y="2771906"/>
            <a:ext cx="1654233" cy="288036"/>
          </a:xfrm>
          <a:prstGeom prst="rect">
            <a:avLst/>
          </a:prstGeom>
          <a:solidFill>
            <a:srgbClr val="10301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339;p13">
            <a:extLst>
              <a:ext uri="{FF2B5EF4-FFF2-40B4-BE49-F238E27FC236}">
                <a16:creationId xmlns:a16="http://schemas.microsoft.com/office/drawing/2014/main" id="{48934BCA-D202-61E2-70E5-400EE1E839C1}"/>
              </a:ext>
            </a:extLst>
          </p:cNvPr>
          <p:cNvSpPr/>
          <p:nvPr/>
        </p:nvSpPr>
        <p:spPr>
          <a:xfrm>
            <a:off x="8117125" y="2771906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rgbClr val="2ECB7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ECB7E"/>
                </a:solidFill>
                <a:latin typeface="Calibri"/>
                <a:ea typeface="Calibri"/>
                <a:cs typeface="Calibri"/>
                <a:sym typeface="Calibri"/>
              </a:rPr>
              <a:t>100+ (22 Indian)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340;p13">
            <a:extLst>
              <a:ext uri="{FF2B5EF4-FFF2-40B4-BE49-F238E27FC236}">
                <a16:creationId xmlns:a16="http://schemas.microsoft.com/office/drawing/2014/main" id="{CC4CBC84-6F7A-0AB8-B646-F4879D91CABD}"/>
              </a:ext>
            </a:extLst>
          </p:cNvPr>
          <p:cNvSpPr/>
          <p:nvPr/>
        </p:nvSpPr>
        <p:spPr>
          <a:xfrm>
            <a:off x="9822968" y="2771906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42;p13">
            <a:extLst>
              <a:ext uri="{FF2B5EF4-FFF2-40B4-BE49-F238E27FC236}">
                <a16:creationId xmlns:a16="http://schemas.microsoft.com/office/drawing/2014/main" id="{EF574B5B-8E2F-D0FC-995D-3AAEE1199106}"/>
              </a:ext>
            </a:extLst>
          </p:cNvPr>
          <p:cNvSpPr/>
          <p:nvPr/>
        </p:nvSpPr>
        <p:spPr>
          <a:xfrm>
            <a:off x="6456593" y="3059942"/>
            <a:ext cx="1589757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Diarization accuracy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343;p13">
            <a:extLst>
              <a:ext uri="{FF2B5EF4-FFF2-40B4-BE49-F238E27FC236}">
                <a16:creationId xmlns:a16="http://schemas.microsoft.com/office/drawing/2014/main" id="{18A11448-AD23-C3E0-43E7-4762BA926855}"/>
              </a:ext>
            </a:extLst>
          </p:cNvPr>
          <p:cNvSpPr/>
          <p:nvPr/>
        </p:nvSpPr>
        <p:spPr>
          <a:xfrm>
            <a:off x="8118788" y="2784734"/>
            <a:ext cx="1654233" cy="288036"/>
          </a:xfrm>
          <a:prstGeom prst="rect">
            <a:avLst/>
          </a:prstGeom>
          <a:solidFill>
            <a:srgbClr val="10301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345;p13">
            <a:extLst>
              <a:ext uri="{FF2B5EF4-FFF2-40B4-BE49-F238E27FC236}">
                <a16:creationId xmlns:a16="http://schemas.microsoft.com/office/drawing/2014/main" id="{1192DF15-9BA1-14C6-FEA9-0895CFCF1866}"/>
              </a:ext>
            </a:extLst>
          </p:cNvPr>
          <p:cNvSpPr/>
          <p:nvPr/>
        </p:nvSpPr>
        <p:spPr>
          <a:xfrm>
            <a:off x="6388256" y="3637031"/>
            <a:ext cx="5137051" cy="2606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346;p13">
            <a:extLst>
              <a:ext uri="{FF2B5EF4-FFF2-40B4-BE49-F238E27FC236}">
                <a16:creationId xmlns:a16="http://schemas.microsoft.com/office/drawing/2014/main" id="{C0350351-2ABD-8369-B053-8205B5EE2C9D}"/>
              </a:ext>
            </a:extLst>
          </p:cNvPr>
          <p:cNvSpPr/>
          <p:nvPr/>
        </p:nvSpPr>
        <p:spPr>
          <a:xfrm>
            <a:off x="6447608" y="3637031"/>
            <a:ext cx="2143032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B7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ECB7E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347;p13">
            <a:extLst>
              <a:ext uri="{FF2B5EF4-FFF2-40B4-BE49-F238E27FC236}">
                <a16:creationId xmlns:a16="http://schemas.microsoft.com/office/drawing/2014/main" id="{F8DB93B7-0D1E-6F81-476B-96FE02D6539D}"/>
              </a:ext>
            </a:extLst>
          </p:cNvPr>
          <p:cNvSpPr/>
          <p:nvPr/>
        </p:nvSpPr>
        <p:spPr>
          <a:xfrm>
            <a:off x="6456593" y="3897635"/>
            <a:ext cx="1589757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Battery life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48;p13">
            <a:extLst>
              <a:ext uri="{FF2B5EF4-FFF2-40B4-BE49-F238E27FC236}">
                <a16:creationId xmlns:a16="http://schemas.microsoft.com/office/drawing/2014/main" id="{5B66D565-DFFE-DB2A-E93B-57FC3CD19769}"/>
              </a:ext>
            </a:extLst>
          </p:cNvPr>
          <p:cNvSpPr/>
          <p:nvPr/>
        </p:nvSpPr>
        <p:spPr>
          <a:xfrm>
            <a:off x="8118788" y="3897635"/>
            <a:ext cx="1654233" cy="288036"/>
          </a:xfrm>
          <a:prstGeom prst="rect">
            <a:avLst/>
          </a:prstGeom>
          <a:solidFill>
            <a:srgbClr val="10301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49;p13">
            <a:extLst>
              <a:ext uri="{FF2B5EF4-FFF2-40B4-BE49-F238E27FC236}">
                <a16:creationId xmlns:a16="http://schemas.microsoft.com/office/drawing/2014/main" id="{15D511BC-4499-EF88-83D1-2BD3E623E8D2}"/>
              </a:ext>
            </a:extLst>
          </p:cNvPr>
          <p:cNvSpPr/>
          <p:nvPr/>
        </p:nvSpPr>
        <p:spPr>
          <a:xfrm>
            <a:off x="8117125" y="3897635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rgbClr val="2ECB7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ECB7E"/>
                </a:solidFill>
                <a:latin typeface="Calibri"/>
                <a:ea typeface="Calibri"/>
                <a:cs typeface="Calibri"/>
                <a:sym typeface="Calibri"/>
              </a:rPr>
              <a:t>17 hr cont.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350;p13">
            <a:extLst>
              <a:ext uri="{FF2B5EF4-FFF2-40B4-BE49-F238E27FC236}">
                <a16:creationId xmlns:a16="http://schemas.microsoft.com/office/drawing/2014/main" id="{4E0CBEC5-0186-85D2-F307-EF6CAC64040F}"/>
              </a:ext>
            </a:extLst>
          </p:cNvPr>
          <p:cNvSpPr/>
          <p:nvPr/>
        </p:nvSpPr>
        <p:spPr>
          <a:xfrm>
            <a:off x="9822968" y="3897635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~20 hr cont.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351;p13">
            <a:extLst>
              <a:ext uri="{FF2B5EF4-FFF2-40B4-BE49-F238E27FC236}">
                <a16:creationId xmlns:a16="http://schemas.microsoft.com/office/drawing/2014/main" id="{EB961A66-2162-EC68-5308-23B27FD8839E}"/>
              </a:ext>
            </a:extLst>
          </p:cNvPr>
          <p:cNvSpPr/>
          <p:nvPr/>
        </p:nvSpPr>
        <p:spPr>
          <a:xfrm>
            <a:off x="6456593" y="4185671"/>
            <a:ext cx="1589757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Warranty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352;p13">
            <a:extLst>
              <a:ext uri="{FF2B5EF4-FFF2-40B4-BE49-F238E27FC236}">
                <a16:creationId xmlns:a16="http://schemas.microsoft.com/office/drawing/2014/main" id="{A3FF62D4-0211-BF0B-CE67-9539EB981B6A}"/>
              </a:ext>
            </a:extLst>
          </p:cNvPr>
          <p:cNvSpPr/>
          <p:nvPr/>
        </p:nvSpPr>
        <p:spPr>
          <a:xfrm>
            <a:off x="8118788" y="4185671"/>
            <a:ext cx="1654233" cy="288036"/>
          </a:xfrm>
          <a:prstGeom prst="rect">
            <a:avLst/>
          </a:prstGeom>
          <a:solidFill>
            <a:srgbClr val="10301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353;p13">
            <a:extLst>
              <a:ext uri="{FF2B5EF4-FFF2-40B4-BE49-F238E27FC236}">
                <a16:creationId xmlns:a16="http://schemas.microsoft.com/office/drawing/2014/main" id="{367DF09E-372B-88CE-6BA2-6093BA47C75A}"/>
              </a:ext>
            </a:extLst>
          </p:cNvPr>
          <p:cNvSpPr/>
          <p:nvPr/>
        </p:nvSpPr>
        <p:spPr>
          <a:xfrm>
            <a:off x="8117125" y="4185671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rgbClr val="2ECB7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ECB7E"/>
                </a:solidFill>
                <a:latin typeface="Calibri"/>
                <a:ea typeface="Calibri"/>
                <a:cs typeface="Calibri"/>
                <a:sym typeface="Calibri"/>
              </a:rPr>
              <a:t>1 yr (add on)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354;p13">
            <a:extLst>
              <a:ext uri="{FF2B5EF4-FFF2-40B4-BE49-F238E27FC236}">
                <a16:creationId xmlns:a16="http://schemas.microsoft.com/office/drawing/2014/main" id="{4E837CDA-031D-2830-3E54-0F2C05FD4C0E}"/>
              </a:ext>
            </a:extLst>
          </p:cNvPr>
          <p:cNvSpPr/>
          <p:nvPr/>
        </p:nvSpPr>
        <p:spPr>
          <a:xfrm>
            <a:off x="9822968" y="4185671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yr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355;p13">
            <a:extLst>
              <a:ext uri="{FF2B5EF4-FFF2-40B4-BE49-F238E27FC236}">
                <a16:creationId xmlns:a16="http://schemas.microsoft.com/office/drawing/2014/main" id="{E12E012A-F3DC-F1FB-F923-4A6BE7FA181C}"/>
              </a:ext>
            </a:extLst>
          </p:cNvPr>
          <p:cNvSpPr/>
          <p:nvPr/>
        </p:nvSpPr>
        <p:spPr>
          <a:xfrm>
            <a:off x="6388256" y="4473707"/>
            <a:ext cx="5137051" cy="2606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357;p13">
            <a:extLst>
              <a:ext uri="{FF2B5EF4-FFF2-40B4-BE49-F238E27FC236}">
                <a16:creationId xmlns:a16="http://schemas.microsoft.com/office/drawing/2014/main" id="{24601AAD-6BAF-DA48-3677-F34A7E9F35B4}"/>
              </a:ext>
            </a:extLst>
          </p:cNvPr>
          <p:cNvSpPr/>
          <p:nvPr/>
        </p:nvSpPr>
        <p:spPr>
          <a:xfrm>
            <a:off x="6456593" y="4734311"/>
            <a:ext cx="1589757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Certifications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358;p13">
            <a:extLst>
              <a:ext uri="{FF2B5EF4-FFF2-40B4-BE49-F238E27FC236}">
                <a16:creationId xmlns:a16="http://schemas.microsoft.com/office/drawing/2014/main" id="{C85DB6B2-D5D9-C4BF-1B46-D73613C4011D}"/>
              </a:ext>
            </a:extLst>
          </p:cNvPr>
          <p:cNvSpPr/>
          <p:nvPr/>
        </p:nvSpPr>
        <p:spPr>
          <a:xfrm>
            <a:off x="8118788" y="4734311"/>
            <a:ext cx="1654233" cy="288036"/>
          </a:xfrm>
          <a:prstGeom prst="rect">
            <a:avLst/>
          </a:prstGeom>
          <a:solidFill>
            <a:srgbClr val="10301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359;p13">
            <a:extLst>
              <a:ext uri="{FF2B5EF4-FFF2-40B4-BE49-F238E27FC236}">
                <a16:creationId xmlns:a16="http://schemas.microsoft.com/office/drawing/2014/main" id="{44EA3746-ACE4-BAC0-12DF-F58BB2EEF97B}"/>
              </a:ext>
            </a:extLst>
          </p:cNvPr>
          <p:cNvSpPr/>
          <p:nvPr/>
        </p:nvSpPr>
        <p:spPr>
          <a:xfrm>
            <a:off x="8117125" y="4734311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rgbClr val="2ECB7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ECB7E"/>
                </a:solidFill>
                <a:latin typeface="Calibri"/>
                <a:ea typeface="Calibri"/>
                <a:cs typeface="Calibri"/>
                <a:sym typeface="Calibri"/>
              </a:rPr>
              <a:t>ISO 27001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360;p13">
            <a:extLst>
              <a:ext uri="{FF2B5EF4-FFF2-40B4-BE49-F238E27FC236}">
                <a16:creationId xmlns:a16="http://schemas.microsoft.com/office/drawing/2014/main" id="{59A691F0-0E2A-963C-C4A5-506EFEDFE4F6}"/>
              </a:ext>
            </a:extLst>
          </p:cNvPr>
          <p:cNvSpPr/>
          <p:nvPr/>
        </p:nvSpPr>
        <p:spPr>
          <a:xfrm>
            <a:off x="9822968" y="4734311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ISO/SOC2/HIPAA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361;p13">
            <a:extLst>
              <a:ext uri="{FF2B5EF4-FFF2-40B4-BE49-F238E27FC236}">
                <a16:creationId xmlns:a16="http://schemas.microsoft.com/office/drawing/2014/main" id="{57B7E1A3-18CD-2D74-8267-E7B7ACC04C9F}"/>
              </a:ext>
            </a:extLst>
          </p:cNvPr>
          <p:cNvSpPr/>
          <p:nvPr/>
        </p:nvSpPr>
        <p:spPr>
          <a:xfrm>
            <a:off x="6456593" y="5022347"/>
            <a:ext cx="1589757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Trains on user data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362;p13">
            <a:extLst>
              <a:ext uri="{FF2B5EF4-FFF2-40B4-BE49-F238E27FC236}">
                <a16:creationId xmlns:a16="http://schemas.microsoft.com/office/drawing/2014/main" id="{BB5DFA0D-27DD-F91B-7A29-A68B73020A1F}"/>
              </a:ext>
            </a:extLst>
          </p:cNvPr>
          <p:cNvSpPr/>
          <p:nvPr/>
        </p:nvSpPr>
        <p:spPr>
          <a:xfrm>
            <a:off x="8118788" y="5022347"/>
            <a:ext cx="1654233" cy="288036"/>
          </a:xfrm>
          <a:prstGeom prst="rect">
            <a:avLst/>
          </a:prstGeom>
          <a:solidFill>
            <a:srgbClr val="10301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363;p13">
            <a:extLst>
              <a:ext uri="{FF2B5EF4-FFF2-40B4-BE49-F238E27FC236}">
                <a16:creationId xmlns:a16="http://schemas.microsoft.com/office/drawing/2014/main" id="{BFD5CA8C-2545-789E-6AA4-4A4A88EAAC16}"/>
              </a:ext>
            </a:extLst>
          </p:cNvPr>
          <p:cNvSpPr/>
          <p:nvPr/>
        </p:nvSpPr>
        <p:spPr>
          <a:xfrm>
            <a:off x="8117125" y="5022347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rgbClr val="2ECB7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ECB7E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364;p13">
            <a:extLst>
              <a:ext uri="{FF2B5EF4-FFF2-40B4-BE49-F238E27FC236}">
                <a16:creationId xmlns:a16="http://schemas.microsoft.com/office/drawing/2014/main" id="{AFF32E6A-4C19-4E0F-F4E4-4FCF75CC244F}"/>
              </a:ext>
            </a:extLst>
          </p:cNvPr>
          <p:cNvSpPr/>
          <p:nvPr/>
        </p:nvSpPr>
        <p:spPr>
          <a:xfrm>
            <a:off x="9822968" y="5022347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 published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365;p13">
            <a:extLst>
              <a:ext uri="{FF2B5EF4-FFF2-40B4-BE49-F238E27FC236}">
                <a16:creationId xmlns:a16="http://schemas.microsoft.com/office/drawing/2014/main" id="{29231B10-7D0C-DA15-6A75-ACBB9480F02D}"/>
              </a:ext>
            </a:extLst>
          </p:cNvPr>
          <p:cNvSpPr/>
          <p:nvPr/>
        </p:nvSpPr>
        <p:spPr>
          <a:xfrm>
            <a:off x="6388256" y="5310383"/>
            <a:ext cx="5137051" cy="2606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366;p13">
            <a:extLst>
              <a:ext uri="{FF2B5EF4-FFF2-40B4-BE49-F238E27FC236}">
                <a16:creationId xmlns:a16="http://schemas.microsoft.com/office/drawing/2014/main" id="{18CD8C48-DCD3-162A-E59C-C8C0F0A98AB7}"/>
              </a:ext>
            </a:extLst>
          </p:cNvPr>
          <p:cNvSpPr/>
          <p:nvPr/>
        </p:nvSpPr>
        <p:spPr>
          <a:xfrm>
            <a:off x="6456622" y="5310383"/>
            <a:ext cx="1610092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B7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ECB7E"/>
                </a:solidFill>
                <a:latin typeface="Calibri"/>
                <a:ea typeface="Calibri"/>
                <a:cs typeface="Calibri"/>
                <a:sym typeface="Calibri"/>
              </a:rPr>
              <a:t>SUPPORT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367;p13">
            <a:extLst>
              <a:ext uri="{FF2B5EF4-FFF2-40B4-BE49-F238E27FC236}">
                <a16:creationId xmlns:a16="http://schemas.microsoft.com/office/drawing/2014/main" id="{0975306E-6EB4-E4A3-2DB3-951EA2425292}"/>
              </a:ext>
            </a:extLst>
          </p:cNvPr>
          <p:cNvSpPr/>
          <p:nvPr/>
        </p:nvSpPr>
        <p:spPr>
          <a:xfrm>
            <a:off x="6456593" y="5570987"/>
            <a:ext cx="1589757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Software support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368;p13">
            <a:extLst>
              <a:ext uri="{FF2B5EF4-FFF2-40B4-BE49-F238E27FC236}">
                <a16:creationId xmlns:a16="http://schemas.microsoft.com/office/drawing/2014/main" id="{023A737B-4D71-3877-96CE-AFD4F071244D}"/>
              </a:ext>
            </a:extLst>
          </p:cNvPr>
          <p:cNvSpPr/>
          <p:nvPr/>
        </p:nvSpPr>
        <p:spPr>
          <a:xfrm>
            <a:off x="8118788" y="5570987"/>
            <a:ext cx="1654233" cy="288036"/>
          </a:xfrm>
          <a:prstGeom prst="rect">
            <a:avLst/>
          </a:prstGeom>
          <a:solidFill>
            <a:srgbClr val="10301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369;p13">
            <a:extLst>
              <a:ext uri="{FF2B5EF4-FFF2-40B4-BE49-F238E27FC236}">
                <a16:creationId xmlns:a16="http://schemas.microsoft.com/office/drawing/2014/main" id="{0DFE3E1C-238D-7A9A-9F75-8A5005746BB6}"/>
              </a:ext>
            </a:extLst>
          </p:cNvPr>
          <p:cNvSpPr/>
          <p:nvPr/>
        </p:nvSpPr>
        <p:spPr>
          <a:xfrm>
            <a:off x="8117125" y="5570987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rgbClr val="2ECB7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ECB7E"/>
                </a:solidFill>
                <a:latin typeface="Calibri"/>
                <a:ea typeface="Calibri"/>
                <a:cs typeface="Calibri"/>
                <a:sym typeface="Calibri"/>
              </a:rPr>
              <a:t>100% dedicated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370;p13">
            <a:extLst>
              <a:ext uri="{FF2B5EF4-FFF2-40B4-BE49-F238E27FC236}">
                <a16:creationId xmlns:a16="http://schemas.microsoft.com/office/drawing/2014/main" id="{5BF432DA-2F88-1E4E-16A3-0E5642A11B0F}"/>
              </a:ext>
            </a:extLst>
          </p:cNvPr>
          <p:cNvSpPr/>
          <p:nvPr/>
        </p:nvSpPr>
        <p:spPr>
          <a:xfrm>
            <a:off x="9822968" y="5570987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Standard business tier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371;p13">
            <a:extLst>
              <a:ext uri="{FF2B5EF4-FFF2-40B4-BE49-F238E27FC236}">
                <a16:creationId xmlns:a16="http://schemas.microsoft.com/office/drawing/2014/main" id="{69FEC3DA-0F9C-AC3D-E73C-3E78AAFE4763}"/>
              </a:ext>
            </a:extLst>
          </p:cNvPr>
          <p:cNvSpPr/>
          <p:nvPr/>
        </p:nvSpPr>
        <p:spPr>
          <a:xfrm>
            <a:off x="6456593" y="5859023"/>
            <a:ext cx="1589757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Hardware support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372;p13">
            <a:extLst>
              <a:ext uri="{FF2B5EF4-FFF2-40B4-BE49-F238E27FC236}">
                <a16:creationId xmlns:a16="http://schemas.microsoft.com/office/drawing/2014/main" id="{D1742536-E46E-D983-112F-E3D0CD079882}"/>
              </a:ext>
            </a:extLst>
          </p:cNvPr>
          <p:cNvSpPr/>
          <p:nvPr/>
        </p:nvSpPr>
        <p:spPr>
          <a:xfrm>
            <a:off x="8118788" y="5859023"/>
            <a:ext cx="1654233" cy="288036"/>
          </a:xfrm>
          <a:prstGeom prst="rect">
            <a:avLst/>
          </a:prstGeom>
          <a:solidFill>
            <a:srgbClr val="10301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373;p13">
            <a:extLst>
              <a:ext uri="{FF2B5EF4-FFF2-40B4-BE49-F238E27FC236}">
                <a16:creationId xmlns:a16="http://schemas.microsoft.com/office/drawing/2014/main" id="{ECB8A27C-257B-E249-F44A-A728769984E2}"/>
              </a:ext>
            </a:extLst>
          </p:cNvPr>
          <p:cNvSpPr/>
          <p:nvPr/>
        </p:nvSpPr>
        <p:spPr>
          <a:xfrm>
            <a:off x="8117125" y="5859023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rgbClr val="2ECB7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ECB7E"/>
                </a:solidFill>
                <a:latin typeface="Calibri"/>
                <a:ea typeface="Calibri"/>
                <a:cs typeface="Calibri"/>
                <a:sym typeface="Calibri"/>
              </a:rPr>
              <a:t>Local · 1-wk SLA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374;p13">
            <a:extLst>
              <a:ext uri="{FF2B5EF4-FFF2-40B4-BE49-F238E27FC236}">
                <a16:creationId xmlns:a16="http://schemas.microsoft.com/office/drawing/2014/main" id="{08E79F92-215D-BE46-7A2B-87F322F36784}"/>
              </a:ext>
            </a:extLst>
          </p:cNvPr>
          <p:cNvSpPr/>
          <p:nvPr/>
        </p:nvSpPr>
        <p:spPr>
          <a:xfrm>
            <a:off x="9822968" y="5859023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Import only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377;p13">
            <a:extLst>
              <a:ext uri="{FF2B5EF4-FFF2-40B4-BE49-F238E27FC236}">
                <a16:creationId xmlns:a16="http://schemas.microsoft.com/office/drawing/2014/main" id="{A435612A-0ECB-41DC-FFC3-2403123D79A4}"/>
              </a:ext>
            </a:extLst>
          </p:cNvPr>
          <p:cNvSpPr/>
          <p:nvPr/>
        </p:nvSpPr>
        <p:spPr>
          <a:xfrm>
            <a:off x="8104737" y="2771906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rgbClr val="00C063"/>
              </a:buClr>
              <a:buSzPts val="1200"/>
              <a:buFont typeface="Calibri"/>
              <a:buNone/>
            </a:pPr>
            <a:r>
              <a:rPr lang="en-US" sz="1200" b="1" dirty="0">
                <a:solidFill>
                  <a:srgbClr val="00C063"/>
                </a:solidFill>
                <a:latin typeface="Calibri"/>
                <a:ea typeface="Calibri"/>
                <a:cs typeface="Calibri"/>
                <a:sym typeface="Calibri"/>
              </a:rPr>
              <a:t>40+</a:t>
            </a:r>
            <a:endParaRPr sz="1200" b="1" dirty="0">
              <a:solidFill>
                <a:srgbClr val="00C0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378;p13">
            <a:extLst>
              <a:ext uri="{FF2B5EF4-FFF2-40B4-BE49-F238E27FC236}">
                <a16:creationId xmlns:a16="http://schemas.microsoft.com/office/drawing/2014/main" id="{A7E8FE46-F552-BE9B-E4EE-D878FB443CF3}"/>
              </a:ext>
            </a:extLst>
          </p:cNvPr>
          <p:cNvSpPr/>
          <p:nvPr/>
        </p:nvSpPr>
        <p:spPr>
          <a:xfrm>
            <a:off x="8118788" y="3076407"/>
            <a:ext cx="1654233" cy="288036"/>
          </a:xfrm>
          <a:prstGeom prst="rect">
            <a:avLst/>
          </a:prstGeom>
          <a:solidFill>
            <a:srgbClr val="10301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379;p13">
            <a:extLst>
              <a:ext uri="{FF2B5EF4-FFF2-40B4-BE49-F238E27FC236}">
                <a16:creationId xmlns:a16="http://schemas.microsoft.com/office/drawing/2014/main" id="{8C367BC4-AD36-134F-1614-B57757BA199D}"/>
              </a:ext>
            </a:extLst>
          </p:cNvPr>
          <p:cNvSpPr/>
          <p:nvPr/>
        </p:nvSpPr>
        <p:spPr>
          <a:xfrm>
            <a:off x="8104737" y="3090213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rgbClr val="00C063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0C063"/>
                </a:solidFill>
                <a:latin typeface="Calibri"/>
                <a:ea typeface="Calibri"/>
                <a:cs typeface="Calibri"/>
                <a:sym typeface="Calibri"/>
              </a:rPr>
              <a:t>85%+</a:t>
            </a:r>
            <a:endParaRPr sz="1200" b="1">
              <a:solidFill>
                <a:srgbClr val="00C0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380;p13">
            <a:extLst>
              <a:ext uri="{FF2B5EF4-FFF2-40B4-BE49-F238E27FC236}">
                <a16:creationId xmlns:a16="http://schemas.microsoft.com/office/drawing/2014/main" id="{EB42325D-9ED3-9702-35E8-B381A82B3C84}"/>
              </a:ext>
            </a:extLst>
          </p:cNvPr>
          <p:cNvSpPr/>
          <p:nvPr/>
        </p:nvSpPr>
        <p:spPr>
          <a:xfrm>
            <a:off x="9822968" y="3104264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 published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382;p13" descr="/tmp/build/icons/check_green.png">
            <a:extLst>
              <a:ext uri="{FF2B5EF4-FFF2-40B4-BE49-F238E27FC236}">
                <a16:creationId xmlns:a16="http://schemas.microsoft.com/office/drawing/2014/main" id="{4A9757C2-EA11-CFD7-4D3F-93BD6E97C9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96423" y="2832142"/>
            <a:ext cx="166255" cy="16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383;p13" descr="/tmp/build/icons/check_green.png">
            <a:extLst>
              <a:ext uri="{FF2B5EF4-FFF2-40B4-BE49-F238E27FC236}">
                <a16:creationId xmlns:a16="http://schemas.microsoft.com/office/drawing/2014/main" id="{7C214853-CDCE-EC79-4A28-B44849A160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25789" y="4776064"/>
            <a:ext cx="182881" cy="182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384;p13" descr="/tmp/build/icons/check_green.png">
            <a:extLst>
              <a:ext uri="{FF2B5EF4-FFF2-40B4-BE49-F238E27FC236}">
                <a16:creationId xmlns:a16="http://schemas.microsoft.com/office/drawing/2014/main" id="{4A68D74E-1A81-392C-1EC6-3EF1062BF0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96423" y="5612821"/>
            <a:ext cx="166255" cy="16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385;p13" descr="/tmp/build/icons/check_green.png">
            <a:extLst>
              <a:ext uri="{FF2B5EF4-FFF2-40B4-BE49-F238E27FC236}">
                <a16:creationId xmlns:a16="http://schemas.microsoft.com/office/drawing/2014/main" id="{5FB8185E-A0A5-2B01-A0BA-14E2CBF5B8A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96423" y="5906241"/>
            <a:ext cx="166255" cy="16625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345;p13">
            <a:extLst>
              <a:ext uri="{FF2B5EF4-FFF2-40B4-BE49-F238E27FC236}">
                <a16:creationId xmlns:a16="http://schemas.microsoft.com/office/drawing/2014/main" id="{4A03DDC2-F9F1-627E-105E-F7CBAFB77DE4}"/>
              </a:ext>
            </a:extLst>
          </p:cNvPr>
          <p:cNvSpPr/>
          <p:nvPr/>
        </p:nvSpPr>
        <p:spPr>
          <a:xfrm>
            <a:off x="6388256" y="4459991"/>
            <a:ext cx="5137051" cy="2606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356;p13">
            <a:extLst>
              <a:ext uri="{FF2B5EF4-FFF2-40B4-BE49-F238E27FC236}">
                <a16:creationId xmlns:a16="http://schemas.microsoft.com/office/drawing/2014/main" id="{7E9479A7-9397-FD6E-C8F1-B857A4A8D6FD}"/>
              </a:ext>
            </a:extLst>
          </p:cNvPr>
          <p:cNvSpPr/>
          <p:nvPr/>
        </p:nvSpPr>
        <p:spPr>
          <a:xfrm>
            <a:off x="6424334" y="4492757"/>
            <a:ext cx="81381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B7E"/>
              </a:buClr>
              <a:buSzPts val="1200"/>
              <a:buFont typeface="Calibri"/>
              <a:buNone/>
            </a:pPr>
            <a:r>
              <a:rPr lang="en-US" sz="1200" b="1" dirty="0">
                <a:solidFill>
                  <a:srgbClr val="2ECB7E"/>
                </a:solidFill>
                <a:latin typeface="Calibri"/>
                <a:ea typeface="Calibri"/>
                <a:cs typeface="Calibri"/>
                <a:sym typeface="Calibri"/>
              </a:rPr>
              <a:t>DATA SECURITY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29;p29">
            <a:extLst>
              <a:ext uri="{FF2B5EF4-FFF2-40B4-BE49-F238E27FC236}">
                <a16:creationId xmlns:a16="http://schemas.microsoft.com/office/drawing/2014/main" id="{61A1ACAB-3C43-7696-BB67-2815BC8A0A36}"/>
              </a:ext>
            </a:extLst>
          </p:cNvPr>
          <p:cNvSpPr/>
          <p:nvPr/>
        </p:nvSpPr>
        <p:spPr>
          <a:xfrm>
            <a:off x="6356456" y="1584300"/>
            <a:ext cx="5142320" cy="5004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  <a:effectLst>
            <a:outerShdw blurRad="41113" dist="30835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73975" tIns="37000" rIns="73975" bIns="37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2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COMPETITIVE WITH GLOBAL BEST IN CLASS</a:t>
            </a:r>
            <a:endParaRPr sz="1302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9" name="Google Shape;342;p13">
            <a:extLst>
              <a:ext uri="{FF2B5EF4-FFF2-40B4-BE49-F238E27FC236}">
                <a16:creationId xmlns:a16="http://schemas.microsoft.com/office/drawing/2014/main" id="{20F30BF3-D927-C367-0B09-798F9E37A763}"/>
              </a:ext>
            </a:extLst>
          </p:cNvPr>
          <p:cNvSpPr/>
          <p:nvPr/>
        </p:nvSpPr>
        <p:spPr>
          <a:xfrm>
            <a:off x="6456593" y="3347452"/>
            <a:ext cx="1589757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 sz="1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378;p13">
            <a:extLst>
              <a:ext uri="{FF2B5EF4-FFF2-40B4-BE49-F238E27FC236}">
                <a16:creationId xmlns:a16="http://schemas.microsoft.com/office/drawing/2014/main" id="{9A0DCA92-9F11-9645-2A83-64E0EC0EC89B}"/>
              </a:ext>
            </a:extLst>
          </p:cNvPr>
          <p:cNvSpPr/>
          <p:nvPr/>
        </p:nvSpPr>
        <p:spPr>
          <a:xfrm>
            <a:off x="8118788" y="3354392"/>
            <a:ext cx="1654233" cy="288036"/>
          </a:xfrm>
          <a:prstGeom prst="rect">
            <a:avLst/>
          </a:prstGeom>
          <a:solidFill>
            <a:srgbClr val="10301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379;p13">
            <a:extLst>
              <a:ext uri="{FF2B5EF4-FFF2-40B4-BE49-F238E27FC236}">
                <a16:creationId xmlns:a16="http://schemas.microsoft.com/office/drawing/2014/main" id="{E9B9894F-F8D3-FB60-6268-954F4235D616}"/>
              </a:ext>
            </a:extLst>
          </p:cNvPr>
          <p:cNvSpPr/>
          <p:nvPr/>
        </p:nvSpPr>
        <p:spPr>
          <a:xfrm>
            <a:off x="8104737" y="3358673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rgbClr val="00C063"/>
              </a:buClr>
              <a:buSzPts val="1200"/>
              <a:buFont typeface="Calibri"/>
              <a:buNone/>
            </a:pPr>
            <a:r>
              <a:rPr lang="en-US" sz="1200" b="1" dirty="0">
                <a:solidFill>
                  <a:srgbClr val="00C063"/>
                </a:solidFill>
                <a:latin typeface="Calibri"/>
                <a:ea typeface="Calibri"/>
                <a:cs typeface="Calibri"/>
                <a:sym typeface="Calibri"/>
              </a:rPr>
              <a:t>&lt;2 mins^</a:t>
            </a:r>
            <a:endParaRPr sz="1200" b="1" dirty="0">
              <a:solidFill>
                <a:srgbClr val="00C0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380;p13">
            <a:extLst>
              <a:ext uri="{FF2B5EF4-FFF2-40B4-BE49-F238E27FC236}">
                <a16:creationId xmlns:a16="http://schemas.microsoft.com/office/drawing/2014/main" id="{4133E077-C1DA-DCAD-60D5-6455F9030AAA}"/>
              </a:ext>
            </a:extLst>
          </p:cNvPr>
          <p:cNvSpPr/>
          <p:nvPr/>
        </p:nvSpPr>
        <p:spPr>
          <a:xfrm>
            <a:off x="9822968" y="3382249"/>
            <a:ext cx="1620982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 published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6;p29">
            <a:extLst>
              <a:ext uri="{FF2B5EF4-FFF2-40B4-BE49-F238E27FC236}">
                <a16:creationId xmlns:a16="http://schemas.microsoft.com/office/drawing/2014/main" id="{72EF52FB-2DF4-D395-986B-0D7C759B560E}"/>
              </a:ext>
            </a:extLst>
          </p:cNvPr>
          <p:cNvSpPr/>
          <p:nvPr/>
        </p:nvSpPr>
        <p:spPr>
          <a:xfrm>
            <a:off x="1074585" y="5265548"/>
            <a:ext cx="416271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319"/>
              <a:buFont typeface="Roboto"/>
              <a:buNone/>
            </a:pPr>
            <a:r>
              <a:rPr lang="en-US" sz="2652" dirty="0">
                <a:solidFill>
                  <a:srgbClr val="00BF63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2</a:t>
            </a:r>
            <a:endParaRPr sz="2652" dirty="0">
              <a:solidFill>
                <a:srgbClr val="00BF63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7" name="Google Shape;224;p29">
            <a:extLst>
              <a:ext uri="{FF2B5EF4-FFF2-40B4-BE49-F238E27FC236}">
                <a16:creationId xmlns:a16="http://schemas.microsoft.com/office/drawing/2014/main" id="{D0C9ED41-574E-E72C-E108-A004984D9140}"/>
              </a:ext>
            </a:extLst>
          </p:cNvPr>
          <p:cNvSpPr/>
          <p:nvPr/>
        </p:nvSpPr>
        <p:spPr>
          <a:xfrm>
            <a:off x="1915441" y="5261018"/>
            <a:ext cx="20100" cy="574500"/>
          </a:xfrm>
          <a:prstGeom prst="rect">
            <a:avLst/>
          </a:prstGeom>
          <a:solidFill>
            <a:srgbClr val="00BF63"/>
          </a:solidFill>
          <a:ln w="9825" cap="flat" cmpd="sng">
            <a:solidFill>
              <a:srgbClr val="00BF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700" tIns="35325" rIns="70700" bIns="353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25;p29">
            <a:extLst>
              <a:ext uri="{FF2B5EF4-FFF2-40B4-BE49-F238E27FC236}">
                <a16:creationId xmlns:a16="http://schemas.microsoft.com/office/drawing/2014/main" id="{9997FCC7-AC22-9F48-1912-227918B5B89F}"/>
              </a:ext>
            </a:extLst>
          </p:cNvPr>
          <p:cNvSpPr/>
          <p:nvPr/>
        </p:nvSpPr>
        <p:spPr>
          <a:xfrm>
            <a:off x="2097021" y="5265544"/>
            <a:ext cx="32154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391"/>
              <a:buFont typeface="Roboto"/>
              <a:buNone/>
            </a:pPr>
            <a:r>
              <a:rPr lang="en-US" sz="1493" b="1" dirty="0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Patents</a:t>
            </a:r>
            <a:r>
              <a:rPr lang="en-US" sz="1493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- emotion-sensitive technology captures emotional states in </a:t>
            </a:r>
            <a:r>
              <a:rPr lang="en-US" sz="1493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each conversation</a:t>
            </a:r>
            <a:endParaRPr sz="1184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" name="Google Shape;227;p29">
            <a:extLst>
              <a:ext uri="{FF2B5EF4-FFF2-40B4-BE49-F238E27FC236}">
                <a16:creationId xmlns:a16="http://schemas.microsoft.com/office/drawing/2014/main" id="{BCB4DFAA-F690-B0C2-894F-FC9D9BE76C7D}"/>
              </a:ext>
            </a:extLst>
          </p:cNvPr>
          <p:cNvCxnSpPr/>
          <p:nvPr/>
        </p:nvCxnSpPr>
        <p:spPr>
          <a:xfrm>
            <a:off x="921191" y="5043505"/>
            <a:ext cx="4156500" cy="0"/>
          </a:xfrm>
          <a:prstGeom prst="straightConnector1">
            <a:avLst/>
          </a:prstGeom>
          <a:noFill/>
          <a:ln w="7375" cap="flat" cmpd="sng">
            <a:solidFill>
              <a:srgbClr val="00BF63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/>
          <p:nvPr/>
        </p:nvSpPr>
        <p:spPr>
          <a:xfrm rot="5400000">
            <a:off x="446093" y="-750"/>
            <a:ext cx="687300" cy="688800"/>
          </a:xfrm>
          <a:prstGeom prst="rect">
            <a:avLst/>
          </a:prstGeom>
          <a:gradFill>
            <a:gsLst>
              <a:gs pos="0">
                <a:srgbClr val="15FF68"/>
              </a:gs>
              <a:gs pos="68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da"/>
              <a:ea typeface="Mada"/>
              <a:cs typeface="Mada"/>
              <a:sym typeface="Mada"/>
            </a:endParaRPr>
          </a:p>
        </p:txBody>
      </p:sp>
      <p:sp>
        <p:nvSpPr>
          <p:cNvPr id="248" name="Google Shape;248;p30"/>
          <p:cNvSpPr/>
          <p:nvPr/>
        </p:nvSpPr>
        <p:spPr>
          <a:xfrm>
            <a:off x="746575" y="1945538"/>
            <a:ext cx="3399600" cy="2907900"/>
          </a:xfrm>
          <a:prstGeom prst="rect">
            <a:avLst/>
          </a:prstGeom>
          <a:solidFill>
            <a:srgbClr val="00BF63">
              <a:alpha val="10200"/>
            </a:srgbClr>
          </a:solidFill>
          <a:ln>
            <a:noFill/>
          </a:ln>
        </p:spPr>
        <p:txBody>
          <a:bodyPr spcFirstLastPara="1" wrap="square" lIns="87150" tIns="43575" rIns="87150" bIns="43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746575" y="1920250"/>
            <a:ext cx="3399600" cy="69900"/>
          </a:xfrm>
          <a:prstGeom prst="rect">
            <a:avLst/>
          </a:prstGeom>
          <a:solidFill>
            <a:srgbClr val="004223"/>
          </a:solidFill>
          <a:ln>
            <a:noFill/>
          </a:ln>
        </p:spPr>
        <p:txBody>
          <a:bodyPr spcFirstLastPara="1" wrap="square" lIns="87150" tIns="43575" rIns="87150" bIns="43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1064754" y="2194841"/>
            <a:ext cx="671400" cy="671400"/>
          </a:xfrm>
          <a:prstGeom prst="ellipse">
            <a:avLst/>
          </a:prstGeom>
          <a:solidFill>
            <a:srgbClr val="004223"/>
          </a:solidFill>
          <a:ln>
            <a:noFill/>
          </a:ln>
        </p:spPr>
        <p:txBody>
          <a:bodyPr spcFirstLastPara="1" wrap="square" lIns="87150" tIns="43575" rIns="87150" bIns="43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1601" y="2361688"/>
            <a:ext cx="337530" cy="33753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0"/>
          <p:cNvSpPr/>
          <p:nvPr/>
        </p:nvSpPr>
        <p:spPr>
          <a:xfrm>
            <a:off x="1095264" y="3097070"/>
            <a:ext cx="2876400" cy="4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288"/>
              <a:buFont typeface="Roboto"/>
              <a:buNone/>
            </a:pPr>
            <a:r>
              <a:rPr lang="en-US" sz="2288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Your language</a:t>
            </a:r>
            <a:endParaRPr sz="2288">
              <a:solidFill>
                <a:srgbClr val="00BF6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3" name="Google Shape;253;p30"/>
          <p:cNvSpPr/>
          <p:nvPr/>
        </p:nvSpPr>
        <p:spPr>
          <a:xfrm>
            <a:off x="1095264" y="3680898"/>
            <a:ext cx="2876400" cy="12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25"/>
              <a:buFont typeface="Roboto"/>
              <a:buNone/>
            </a:pPr>
            <a:r>
              <a:rPr lang="en-US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Trained on your products, brands, competitor names and regional sales lingo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4396198" y="1945538"/>
            <a:ext cx="3399600" cy="2907900"/>
          </a:xfrm>
          <a:prstGeom prst="rect">
            <a:avLst/>
          </a:prstGeom>
          <a:solidFill>
            <a:srgbClr val="00BF63">
              <a:alpha val="10200"/>
            </a:srgbClr>
          </a:solidFill>
          <a:ln>
            <a:noFill/>
          </a:ln>
        </p:spPr>
        <p:txBody>
          <a:bodyPr spcFirstLastPara="1" wrap="square" lIns="87150" tIns="43575" rIns="87150" bIns="43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4396194" y="1920250"/>
            <a:ext cx="3399600" cy="69900"/>
          </a:xfrm>
          <a:prstGeom prst="rect">
            <a:avLst/>
          </a:prstGeom>
          <a:solidFill>
            <a:srgbClr val="004223"/>
          </a:solidFill>
          <a:ln>
            <a:noFill/>
          </a:ln>
        </p:spPr>
        <p:txBody>
          <a:bodyPr spcFirstLastPara="1" wrap="square" lIns="87150" tIns="43575" rIns="87150" bIns="43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4714373" y="2194841"/>
            <a:ext cx="671400" cy="671400"/>
          </a:xfrm>
          <a:prstGeom prst="ellipse">
            <a:avLst/>
          </a:prstGeom>
          <a:solidFill>
            <a:srgbClr val="004223"/>
          </a:solidFill>
          <a:ln>
            <a:noFill/>
          </a:ln>
        </p:spPr>
        <p:txBody>
          <a:bodyPr spcFirstLastPara="1" wrap="square" lIns="87150" tIns="43575" rIns="87150" bIns="43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3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1221" y="2361688"/>
            <a:ext cx="337530" cy="33753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0"/>
          <p:cNvSpPr/>
          <p:nvPr/>
        </p:nvSpPr>
        <p:spPr>
          <a:xfrm>
            <a:off x="4744883" y="3097070"/>
            <a:ext cx="2876400" cy="4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288"/>
              <a:buFont typeface="Roboto"/>
              <a:buNone/>
            </a:pPr>
            <a:r>
              <a:rPr lang="en-US" sz="2288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Your context</a:t>
            </a:r>
            <a:endParaRPr sz="2288">
              <a:solidFill>
                <a:srgbClr val="00BF6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9" name="Google Shape;259;p30"/>
          <p:cNvSpPr/>
          <p:nvPr/>
        </p:nvSpPr>
        <p:spPr>
          <a:xfrm>
            <a:off x="4744883" y="3680898"/>
            <a:ext cx="2876400" cy="12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25"/>
              <a:buFont typeface="Roboto"/>
              <a:buNone/>
            </a:pPr>
            <a:r>
              <a:rPr lang="en-US" dirty="0" err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Customisable</a:t>
            </a:r>
            <a:r>
              <a:rPr lang="en-US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note structures – topics to be captured can be configured for your needs</a:t>
            </a:r>
            <a:endParaRPr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8045821" y="1945538"/>
            <a:ext cx="3399600" cy="2907900"/>
          </a:xfrm>
          <a:prstGeom prst="rect">
            <a:avLst/>
          </a:prstGeom>
          <a:solidFill>
            <a:srgbClr val="00BF63">
              <a:alpha val="10200"/>
            </a:srgbClr>
          </a:solidFill>
          <a:ln>
            <a:noFill/>
          </a:ln>
        </p:spPr>
        <p:txBody>
          <a:bodyPr spcFirstLastPara="1" wrap="square" lIns="87150" tIns="43575" rIns="87150" bIns="43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0"/>
          <p:cNvSpPr/>
          <p:nvPr/>
        </p:nvSpPr>
        <p:spPr>
          <a:xfrm>
            <a:off x="8045813" y="1920250"/>
            <a:ext cx="3399600" cy="69900"/>
          </a:xfrm>
          <a:prstGeom prst="rect">
            <a:avLst/>
          </a:prstGeom>
          <a:solidFill>
            <a:srgbClr val="004223"/>
          </a:solidFill>
          <a:ln>
            <a:noFill/>
          </a:ln>
        </p:spPr>
        <p:txBody>
          <a:bodyPr spcFirstLastPara="1" wrap="square" lIns="87150" tIns="43575" rIns="87150" bIns="43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8363992" y="2194841"/>
            <a:ext cx="671400" cy="671400"/>
          </a:xfrm>
          <a:prstGeom prst="ellipse">
            <a:avLst/>
          </a:prstGeom>
          <a:solidFill>
            <a:srgbClr val="004223"/>
          </a:solidFill>
          <a:ln>
            <a:noFill/>
          </a:ln>
        </p:spPr>
        <p:txBody>
          <a:bodyPr spcFirstLastPara="1" wrap="square" lIns="87150" tIns="43575" rIns="87150" bIns="43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3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30840" y="2361688"/>
            <a:ext cx="337530" cy="33753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0"/>
          <p:cNvSpPr/>
          <p:nvPr/>
        </p:nvSpPr>
        <p:spPr>
          <a:xfrm>
            <a:off x="8394502" y="3097070"/>
            <a:ext cx="2876400" cy="4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288"/>
              <a:buFont typeface="Roboto"/>
              <a:buNone/>
            </a:pPr>
            <a:r>
              <a:rPr lang="en-US" sz="2288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Your dashboards</a:t>
            </a:r>
            <a:endParaRPr sz="2288">
              <a:solidFill>
                <a:srgbClr val="00BF6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p30"/>
          <p:cNvSpPr/>
          <p:nvPr/>
        </p:nvSpPr>
        <p:spPr>
          <a:xfrm>
            <a:off x="8394502" y="3680898"/>
            <a:ext cx="2876400" cy="12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25"/>
              <a:buFont typeface="Roboto"/>
              <a:buNone/>
            </a:pPr>
            <a:r>
              <a:rPr lang="en-US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Integration services to combine NeoCore insights with your systems and data sources</a:t>
            </a:r>
            <a:endParaRPr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6" name="Google Shape;266;p30"/>
          <p:cNvSpPr/>
          <p:nvPr/>
        </p:nvSpPr>
        <p:spPr>
          <a:xfrm>
            <a:off x="946675" y="5626000"/>
            <a:ext cx="34500" cy="387600"/>
          </a:xfrm>
          <a:prstGeom prst="rect">
            <a:avLst/>
          </a:prstGeom>
          <a:solidFill>
            <a:srgbClr val="00BF63"/>
          </a:solidFill>
          <a:ln>
            <a:noFill/>
          </a:ln>
        </p:spPr>
        <p:txBody>
          <a:bodyPr spcFirstLastPara="1" wrap="square" lIns="87150" tIns="43575" rIns="87150" bIns="43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1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1157382" y="5537883"/>
            <a:ext cx="83556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907"/>
              <a:buFont typeface="Roboto"/>
              <a:buNone/>
            </a:pPr>
            <a:r>
              <a:rPr lang="en-US" sz="1621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We tailor NeoCore’s proprietary AI engine to enable hyper-relevance to your use-case</a:t>
            </a:r>
            <a:endParaRPr sz="1621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68" name="Google Shape;268;p30" title="DSC0229306.png"/>
          <p:cNvPicPr preferRelativeResize="0"/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-4500001">
            <a:off x="6588589" y="566723"/>
            <a:ext cx="6496549" cy="432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0"/>
          <p:cNvSpPr txBox="1"/>
          <p:nvPr/>
        </p:nvSpPr>
        <p:spPr>
          <a:xfrm>
            <a:off x="384225" y="611100"/>
            <a:ext cx="106503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Tailored for your needs</a:t>
            </a:r>
            <a:endParaRPr sz="1900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4" title="DSC0229306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-4500001">
            <a:off x="6588589" y="566723"/>
            <a:ext cx="6496549" cy="432997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4"/>
          <p:cNvSpPr/>
          <p:nvPr/>
        </p:nvSpPr>
        <p:spPr>
          <a:xfrm rot="5400000">
            <a:off x="446093" y="-750"/>
            <a:ext cx="687300" cy="688800"/>
          </a:xfrm>
          <a:prstGeom prst="rect">
            <a:avLst/>
          </a:prstGeom>
          <a:gradFill>
            <a:gsLst>
              <a:gs pos="0">
                <a:srgbClr val="15FF68"/>
              </a:gs>
              <a:gs pos="68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da"/>
              <a:ea typeface="Mada"/>
              <a:cs typeface="Mada"/>
              <a:sym typeface="Mada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916145" y="1908862"/>
            <a:ext cx="2358300" cy="2877600"/>
          </a:xfrm>
          <a:prstGeom prst="rect">
            <a:avLst/>
          </a:prstGeom>
          <a:solidFill>
            <a:srgbClr val="00BF63">
              <a:alpha val="10200"/>
            </a:srgbClr>
          </a:solidFill>
          <a:ln>
            <a:noFill/>
          </a:ln>
        </p:spPr>
        <p:txBody>
          <a:bodyPr spcFirstLastPara="1" wrap="square" lIns="79900" tIns="39950" rIns="79900" bIns="39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916145" y="1908862"/>
            <a:ext cx="2358300" cy="55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79900" tIns="39950" rIns="79900" bIns="39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1240898" y="2233757"/>
            <a:ext cx="664500" cy="664500"/>
          </a:xfrm>
          <a:prstGeom prst="ellipse">
            <a:avLst/>
          </a:prstGeom>
          <a:solidFill>
            <a:srgbClr val="004223"/>
          </a:solidFill>
          <a:ln>
            <a:noFill/>
          </a:ln>
        </p:spPr>
        <p:txBody>
          <a:bodyPr spcFirstLastPara="1" wrap="square" lIns="60375" tIns="30175" rIns="60375" bIns="301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p3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91923" y="2384785"/>
            <a:ext cx="362460" cy="36246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4"/>
          <p:cNvSpPr/>
          <p:nvPr/>
        </p:nvSpPr>
        <p:spPr>
          <a:xfrm>
            <a:off x="1155938" y="3163310"/>
            <a:ext cx="18783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399"/>
              <a:buFont typeface="Roboto"/>
              <a:buNone/>
            </a:pPr>
            <a:r>
              <a:rPr lang="en-US" sz="1600">
                <a:solidFill>
                  <a:srgbClr val="00BF6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ISO 27001 certified; DPDP compliant</a:t>
            </a:r>
            <a:endParaRPr sz="1600">
              <a:solidFill>
                <a:srgbClr val="00BF6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1155938" y="3686753"/>
            <a:ext cx="1878300" cy="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36"/>
              <a:buFont typeface="Roboto"/>
              <a:buNone/>
            </a:pPr>
            <a:r>
              <a:rPr lang="en-US" sz="1300">
                <a:solidFill>
                  <a:srgbClr val="CCF2E0"/>
                </a:solidFill>
                <a:latin typeface="Outfit"/>
                <a:ea typeface="Outfit"/>
                <a:cs typeface="Outfit"/>
                <a:sym typeface="Outfit"/>
              </a:rPr>
              <a:t>Certified information security management</a:t>
            </a:r>
            <a:endParaRPr sz="1300">
              <a:solidFill>
                <a:srgbClr val="CCF2E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34"/>
          <p:cNvSpPr/>
          <p:nvPr/>
        </p:nvSpPr>
        <p:spPr>
          <a:xfrm>
            <a:off x="3518082" y="1908862"/>
            <a:ext cx="2358300" cy="2877600"/>
          </a:xfrm>
          <a:prstGeom prst="rect">
            <a:avLst/>
          </a:prstGeom>
          <a:solidFill>
            <a:srgbClr val="00BF63">
              <a:alpha val="10200"/>
            </a:srgbClr>
          </a:solidFill>
          <a:ln>
            <a:noFill/>
          </a:ln>
        </p:spPr>
        <p:txBody>
          <a:bodyPr spcFirstLastPara="1" wrap="square" lIns="79900" tIns="39950" rIns="79900" bIns="39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4"/>
          <p:cNvSpPr/>
          <p:nvPr/>
        </p:nvSpPr>
        <p:spPr>
          <a:xfrm>
            <a:off x="3518078" y="1908862"/>
            <a:ext cx="2358300" cy="55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79900" tIns="39950" rIns="79900" bIns="39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4"/>
          <p:cNvSpPr/>
          <p:nvPr/>
        </p:nvSpPr>
        <p:spPr>
          <a:xfrm>
            <a:off x="3767862" y="2233757"/>
            <a:ext cx="664500" cy="664500"/>
          </a:xfrm>
          <a:prstGeom prst="ellipse">
            <a:avLst/>
          </a:prstGeom>
          <a:solidFill>
            <a:srgbClr val="004223"/>
          </a:solidFill>
          <a:ln>
            <a:noFill/>
          </a:ln>
        </p:spPr>
        <p:txBody>
          <a:bodyPr spcFirstLastPara="1" wrap="square" lIns="60375" tIns="30175" rIns="60375" bIns="301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3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18887" y="2384785"/>
            <a:ext cx="362460" cy="36246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4"/>
          <p:cNvSpPr/>
          <p:nvPr/>
        </p:nvSpPr>
        <p:spPr>
          <a:xfrm>
            <a:off x="3708239" y="3163310"/>
            <a:ext cx="18783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399"/>
              <a:buFont typeface="Roboto"/>
              <a:buNone/>
            </a:pPr>
            <a:r>
              <a:rPr lang="en-US" sz="1600">
                <a:solidFill>
                  <a:srgbClr val="00BF6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SOC 2-compliant vendors</a:t>
            </a:r>
            <a:endParaRPr sz="1600">
              <a:solidFill>
                <a:srgbClr val="00BF6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15" name="Google Shape;415;p34"/>
          <p:cNvSpPr/>
          <p:nvPr/>
        </p:nvSpPr>
        <p:spPr>
          <a:xfrm>
            <a:off x="3708239" y="3686753"/>
            <a:ext cx="1878300" cy="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36"/>
              <a:buFont typeface="Roboto"/>
              <a:buNone/>
            </a:pPr>
            <a:r>
              <a:rPr lang="en-US" sz="1300">
                <a:solidFill>
                  <a:srgbClr val="CCF2E0"/>
                </a:solidFill>
                <a:latin typeface="Outfit"/>
                <a:ea typeface="Outfit"/>
                <a:cs typeface="Outfit"/>
                <a:sym typeface="Outfit"/>
              </a:rPr>
              <a:t>Every third-party service in our stack meets SOC 2 compliance standards</a:t>
            </a:r>
            <a:endParaRPr sz="1300">
              <a:solidFill>
                <a:srgbClr val="CCF2E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6120019" y="1908862"/>
            <a:ext cx="2358300" cy="2877600"/>
          </a:xfrm>
          <a:prstGeom prst="rect">
            <a:avLst/>
          </a:prstGeom>
          <a:solidFill>
            <a:srgbClr val="00BF63">
              <a:alpha val="10200"/>
            </a:srgbClr>
          </a:solidFill>
          <a:ln>
            <a:noFill/>
          </a:ln>
        </p:spPr>
        <p:txBody>
          <a:bodyPr spcFirstLastPara="1" wrap="square" lIns="79900" tIns="39950" rIns="79900" bIns="39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6119998" y="1908862"/>
            <a:ext cx="2358300" cy="55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79900" tIns="39950" rIns="79900" bIns="39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6445837" y="2233757"/>
            <a:ext cx="664500" cy="664500"/>
          </a:xfrm>
          <a:prstGeom prst="ellipse">
            <a:avLst/>
          </a:prstGeom>
          <a:solidFill>
            <a:srgbClr val="004223"/>
          </a:solidFill>
          <a:ln>
            <a:noFill/>
          </a:ln>
        </p:spPr>
        <p:txBody>
          <a:bodyPr spcFirstLastPara="1" wrap="square" lIns="60375" tIns="30175" rIns="60375" bIns="301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9" name="Google Shape;419;p3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96863" y="2384785"/>
            <a:ext cx="362460" cy="36246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/>
          <p:nvPr/>
        </p:nvSpPr>
        <p:spPr>
          <a:xfrm>
            <a:off x="6334981" y="3163310"/>
            <a:ext cx="18783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399"/>
              <a:buFont typeface="Roboto"/>
              <a:buNone/>
            </a:pPr>
            <a:r>
              <a:rPr lang="en-US" sz="1600">
                <a:solidFill>
                  <a:srgbClr val="00BF6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JWT authentication</a:t>
            </a:r>
            <a:endParaRPr sz="1600">
              <a:solidFill>
                <a:srgbClr val="00BF6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21" name="Google Shape;421;p34"/>
          <p:cNvSpPr/>
          <p:nvPr/>
        </p:nvSpPr>
        <p:spPr>
          <a:xfrm>
            <a:off x="6334981" y="3686753"/>
            <a:ext cx="1878300" cy="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36"/>
              <a:buFont typeface="Roboto"/>
              <a:buNone/>
            </a:pPr>
            <a:r>
              <a:rPr lang="en-US" sz="1300">
                <a:solidFill>
                  <a:srgbClr val="CCF2E0"/>
                </a:solidFill>
                <a:latin typeface="Outfit"/>
                <a:ea typeface="Outfit"/>
                <a:cs typeface="Outfit"/>
                <a:sym typeface="Outfit"/>
              </a:rPr>
              <a:t>Token-based auth with rotation and scoped access for every API consumer</a:t>
            </a:r>
            <a:endParaRPr sz="1300">
              <a:solidFill>
                <a:srgbClr val="CCF2E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2" name="Google Shape;422;p34"/>
          <p:cNvSpPr/>
          <p:nvPr/>
        </p:nvSpPr>
        <p:spPr>
          <a:xfrm>
            <a:off x="8721956" y="1908862"/>
            <a:ext cx="2358300" cy="2877600"/>
          </a:xfrm>
          <a:prstGeom prst="rect">
            <a:avLst/>
          </a:prstGeom>
          <a:solidFill>
            <a:srgbClr val="00BF63">
              <a:alpha val="10200"/>
            </a:srgbClr>
          </a:solidFill>
          <a:ln>
            <a:noFill/>
          </a:ln>
        </p:spPr>
        <p:txBody>
          <a:bodyPr spcFirstLastPara="1" wrap="square" lIns="79900" tIns="39950" rIns="79900" bIns="39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4"/>
          <p:cNvSpPr/>
          <p:nvPr/>
        </p:nvSpPr>
        <p:spPr>
          <a:xfrm>
            <a:off x="8721980" y="1908862"/>
            <a:ext cx="2358300" cy="55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79900" tIns="39950" rIns="79900" bIns="39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4"/>
          <p:cNvSpPr/>
          <p:nvPr/>
        </p:nvSpPr>
        <p:spPr>
          <a:xfrm>
            <a:off x="9004827" y="2233757"/>
            <a:ext cx="664500" cy="664500"/>
          </a:xfrm>
          <a:prstGeom prst="ellipse">
            <a:avLst/>
          </a:prstGeom>
          <a:solidFill>
            <a:srgbClr val="004223"/>
          </a:solidFill>
          <a:ln>
            <a:noFill/>
          </a:ln>
        </p:spPr>
        <p:txBody>
          <a:bodyPr spcFirstLastPara="1" wrap="square" lIns="60375" tIns="30175" rIns="60375" bIns="301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8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5" name="Google Shape;425;p3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55853" y="2384785"/>
            <a:ext cx="362460" cy="36246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4"/>
          <p:cNvSpPr/>
          <p:nvPr/>
        </p:nvSpPr>
        <p:spPr>
          <a:xfrm>
            <a:off x="8961749" y="3163310"/>
            <a:ext cx="18783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399"/>
              <a:buFont typeface="Roboto"/>
              <a:buNone/>
            </a:pPr>
            <a:r>
              <a:rPr lang="en-US" sz="1600">
                <a:solidFill>
                  <a:srgbClr val="00BF6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Audits every 6 months</a:t>
            </a:r>
            <a:endParaRPr sz="1600">
              <a:solidFill>
                <a:srgbClr val="00BF63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27" name="Google Shape;427;p34"/>
          <p:cNvSpPr/>
          <p:nvPr/>
        </p:nvSpPr>
        <p:spPr>
          <a:xfrm>
            <a:off x="8961749" y="3686753"/>
            <a:ext cx="1878300" cy="8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36"/>
              <a:buFont typeface="Roboto"/>
              <a:buNone/>
            </a:pPr>
            <a:r>
              <a:rPr lang="en-US" sz="1300">
                <a:solidFill>
                  <a:srgbClr val="CCF2E0"/>
                </a:solidFill>
                <a:latin typeface="Outfit"/>
                <a:ea typeface="Outfit"/>
                <a:cs typeface="Outfit"/>
                <a:sym typeface="Outfit"/>
              </a:rPr>
              <a:t>Independent vulnerability testing and penetration audits on a fixed cadence</a:t>
            </a:r>
            <a:endParaRPr sz="1300">
              <a:solidFill>
                <a:srgbClr val="CCF2E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28" name="Google Shape;428;p3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6124" y="5713669"/>
            <a:ext cx="243577" cy="243577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4"/>
          <p:cNvSpPr/>
          <p:nvPr/>
        </p:nvSpPr>
        <p:spPr>
          <a:xfrm>
            <a:off x="1240893" y="5658674"/>
            <a:ext cx="3004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243"/>
              <a:buFont typeface="Roboto"/>
              <a:buNone/>
            </a:pPr>
            <a:r>
              <a:rPr lang="en-US" sz="1243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No audio storage by default</a:t>
            </a:r>
            <a:endParaRPr sz="1243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30" name="Google Shape;430;p3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43072" y="5713669"/>
            <a:ext cx="243577" cy="243577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4"/>
          <p:cNvSpPr/>
          <p:nvPr/>
        </p:nvSpPr>
        <p:spPr>
          <a:xfrm>
            <a:off x="3767841" y="5658674"/>
            <a:ext cx="3004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243"/>
              <a:buFont typeface="Roboto"/>
              <a:buNone/>
            </a:pPr>
            <a:r>
              <a:rPr lang="en-US" sz="1243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No training on your data</a:t>
            </a:r>
            <a:endParaRPr sz="1243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32" name="Google Shape;432;p3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87661" y="5713669"/>
            <a:ext cx="243577" cy="243577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4"/>
          <p:cNvSpPr/>
          <p:nvPr/>
        </p:nvSpPr>
        <p:spPr>
          <a:xfrm>
            <a:off x="6112430" y="5658674"/>
            <a:ext cx="3004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243"/>
              <a:buFont typeface="Roboto"/>
              <a:buNone/>
            </a:pPr>
            <a:r>
              <a:rPr lang="en-US" sz="1243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India-resident servers</a:t>
            </a:r>
            <a:endParaRPr sz="1243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34" name="Google Shape;434;p3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96097" y="5713669"/>
            <a:ext cx="243577" cy="243577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4"/>
          <p:cNvSpPr/>
          <p:nvPr/>
        </p:nvSpPr>
        <p:spPr>
          <a:xfrm>
            <a:off x="8220866" y="5658674"/>
            <a:ext cx="3004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243"/>
              <a:buFont typeface="Roboto"/>
              <a:buNone/>
            </a:pPr>
            <a:r>
              <a:rPr lang="en-US" sz="1243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PII/ Personal conversations redacted</a:t>
            </a:r>
            <a:endParaRPr sz="1243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6" name="Google Shape;436;p34"/>
          <p:cNvSpPr/>
          <p:nvPr/>
        </p:nvSpPr>
        <p:spPr>
          <a:xfrm>
            <a:off x="916125" y="1559513"/>
            <a:ext cx="10176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374"/>
              <a:buFont typeface="Roboto"/>
              <a:buNone/>
            </a:pPr>
            <a:r>
              <a:rPr lang="en-US" sz="1570" b="1">
                <a:solidFill>
                  <a:srgbClr val="CCF2E0"/>
                </a:solidFill>
                <a:latin typeface="Roboto"/>
                <a:ea typeface="Roboto"/>
                <a:cs typeface="Roboto"/>
                <a:sym typeface="Roboto"/>
              </a:rPr>
              <a:t>SECURITY</a:t>
            </a:r>
            <a:endParaRPr sz="1570">
              <a:solidFill>
                <a:srgbClr val="CCF2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916125" y="5233938"/>
            <a:ext cx="10176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374"/>
              <a:buFont typeface="Roboto"/>
              <a:buNone/>
            </a:pPr>
            <a:r>
              <a:rPr lang="en-US" sz="1570" b="1">
                <a:solidFill>
                  <a:srgbClr val="CCF2E0"/>
                </a:solidFill>
                <a:latin typeface="Roboto"/>
                <a:ea typeface="Roboto"/>
                <a:cs typeface="Roboto"/>
                <a:sym typeface="Roboto"/>
              </a:rPr>
              <a:t>PRIVACY</a:t>
            </a:r>
            <a:endParaRPr sz="1570">
              <a:solidFill>
                <a:srgbClr val="CCF2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395;p33">
            <a:extLst>
              <a:ext uri="{FF2B5EF4-FFF2-40B4-BE49-F238E27FC236}">
                <a16:creationId xmlns:a16="http://schemas.microsoft.com/office/drawing/2014/main" id="{9C40B90E-DA12-0F6B-37CA-70364ABB219B}"/>
              </a:ext>
            </a:extLst>
          </p:cNvPr>
          <p:cNvSpPr txBox="1"/>
          <p:nvPr/>
        </p:nvSpPr>
        <p:spPr>
          <a:xfrm>
            <a:off x="384224" y="611100"/>
            <a:ext cx="11128071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Best-in-class security and privacy</a:t>
            </a:r>
            <a:endParaRPr sz="1800" dirty="0">
              <a:solidFill>
                <a:srgbClr val="00BF63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31" title="DSC0229306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-4500001">
            <a:off x="6588589" y="566723"/>
            <a:ext cx="6496549" cy="432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1"/>
          <p:cNvSpPr/>
          <p:nvPr/>
        </p:nvSpPr>
        <p:spPr>
          <a:xfrm rot="5400000">
            <a:off x="446093" y="-750"/>
            <a:ext cx="687300" cy="688800"/>
          </a:xfrm>
          <a:prstGeom prst="rect">
            <a:avLst/>
          </a:prstGeom>
          <a:gradFill>
            <a:gsLst>
              <a:gs pos="0">
                <a:srgbClr val="15FF68"/>
              </a:gs>
              <a:gs pos="68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da"/>
              <a:ea typeface="Mada"/>
              <a:cs typeface="Mada"/>
              <a:sym typeface="Mada"/>
            </a:endParaRPr>
          </a:p>
        </p:txBody>
      </p:sp>
      <p:sp>
        <p:nvSpPr>
          <p:cNvPr id="276" name="Google Shape;276;p31"/>
          <p:cNvSpPr/>
          <p:nvPr/>
        </p:nvSpPr>
        <p:spPr>
          <a:xfrm>
            <a:off x="486526" y="1826615"/>
            <a:ext cx="12465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313"/>
              <a:buFont typeface="Roboto"/>
              <a:buNone/>
            </a:pPr>
            <a:r>
              <a:rPr lang="en-US" sz="1446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INDUSTRIES</a:t>
            </a:r>
            <a:endParaRPr sz="1446" b="1">
              <a:solidFill>
                <a:srgbClr val="00BF6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7" name="Google Shape;277;p31"/>
          <p:cNvSpPr/>
          <p:nvPr/>
        </p:nvSpPr>
        <p:spPr>
          <a:xfrm>
            <a:off x="486525" y="2313828"/>
            <a:ext cx="2200200" cy="532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80000" tIns="39975" rIns="80000" bIns="399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31"/>
          <p:cNvSpPr/>
          <p:nvPr/>
        </p:nvSpPr>
        <p:spPr>
          <a:xfrm>
            <a:off x="1006410" y="2360035"/>
            <a:ext cx="15606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FMCG</a:t>
            </a:r>
            <a:endParaRPr sz="14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2846914" y="2313828"/>
            <a:ext cx="2200200" cy="532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80000" tIns="39975" rIns="80000" bIns="399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31"/>
          <p:cNvSpPr/>
          <p:nvPr/>
        </p:nvSpPr>
        <p:spPr>
          <a:xfrm>
            <a:off x="3366798" y="2360035"/>
            <a:ext cx="15606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Automotive</a:t>
            </a:r>
            <a:endParaRPr sz="14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486525" y="2969045"/>
            <a:ext cx="2200200" cy="532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80000" tIns="39975" rIns="80000" bIns="399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31"/>
          <p:cNvSpPr/>
          <p:nvPr/>
        </p:nvSpPr>
        <p:spPr>
          <a:xfrm>
            <a:off x="1006410" y="3015252"/>
            <a:ext cx="15606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BFSI</a:t>
            </a:r>
            <a:endParaRPr sz="14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83" name="Google Shape;283;p31"/>
          <p:cNvSpPr/>
          <p:nvPr/>
        </p:nvSpPr>
        <p:spPr>
          <a:xfrm>
            <a:off x="2846914" y="2969045"/>
            <a:ext cx="2200200" cy="532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80000" tIns="39975" rIns="80000" bIns="399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3377283" y="3015252"/>
            <a:ext cx="1576206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00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Healthcare (Provider, Pharma)</a:t>
            </a:r>
            <a:endParaRPr sz="1400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85" name="Google Shape;285;p31"/>
          <p:cNvSpPr/>
          <p:nvPr/>
        </p:nvSpPr>
        <p:spPr>
          <a:xfrm>
            <a:off x="486525" y="3633152"/>
            <a:ext cx="2200200" cy="532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80000" tIns="39975" rIns="80000" bIns="399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1006410" y="3679359"/>
            <a:ext cx="15606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Retail</a:t>
            </a:r>
            <a:endParaRPr sz="14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2846914" y="3633152"/>
            <a:ext cx="2200200" cy="532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80000" tIns="39975" rIns="80000" bIns="399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3366798" y="3679359"/>
            <a:ext cx="15606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Real Estate</a:t>
            </a:r>
            <a:endParaRPr sz="14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486525" y="4297260"/>
            <a:ext cx="2200200" cy="532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80000" tIns="39975" rIns="80000" bIns="399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1006410" y="4343467"/>
            <a:ext cx="15606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00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Media</a:t>
            </a:r>
            <a:endParaRPr sz="1400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2846914" y="4297260"/>
            <a:ext cx="2200200" cy="532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80000" tIns="39975" rIns="80000" bIns="399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2" name="Google Shape;292;p31" descr="preencoded.png"/>
          <p:cNvPicPr preferRelativeResize="0"/>
          <p:nvPr/>
        </p:nvPicPr>
        <p:blipFill rotWithShape="1">
          <a:blip r:embed="rId4">
            <a:alphaModFix amt="60000"/>
          </a:blip>
          <a:srcRect/>
          <a:stretch/>
        </p:blipFill>
        <p:spPr>
          <a:xfrm>
            <a:off x="2930060" y="4403498"/>
            <a:ext cx="328012" cy="32801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1"/>
          <p:cNvSpPr/>
          <p:nvPr/>
        </p:nvSpPr>
        <p:spPr>
          <a:xfrm>
            <a:off x="3366798" y="4343467"/>
            <a:ext cx="15606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00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Market Research</a:t>
            </a:r>
            <a:endParaRPr sz="1400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5714451" y="2270491"/>
            <a:ext cx="15900" cy="3975300"/>
          </a:xfrm>
          <a:prstGeom prst="rect">
            <a:avLst/>
          </a:prstGeom>
          <a:solidFill>
            <a:srgbClr val="004223"/>
          </a:solidFill>
          <a:ln>
            <a:noFill/>
          </a:ln>
        </p:spPr>
        <p:txBody>
          <a:bodyPr spcFirstLastPara="1" wrap="square" lIns="80000" tIns="39975" rIns="80000" bIns="399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1"/>
          <p:cNvSpPr/>
          <p:nvPr/>
        </p:nvSpPr>
        <p:spPr>
          <a:xfrm>
            <a:off x="6393056" y="1826615"/>
            <a:ext cx="18837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1313"/>
              <a:buFont typeface="Roboto"/>
              <a:buNone/>
            </a:pPr>
            <a:r>
              <a:rPr lang="en-US" sz="1446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USE-CASE CLUSTERS</a:t>
            </a:r>
            <a:endParaRPr sz="1446" b="1">
              <a:solidFill>
                <a:srgbClr val="00BF6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6793126" y="2457825"/>
            <a:ext cx="1711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57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Sales effectiveness</a:t>
            </a:r>
            <a:endParaRPr sz="1457">
              <a:solidFill>
                <a:srgbClr val="00BF6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6793121" y="2723290"/>
            <a:ext cx="4320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96"/>
              </a:buClr>
              <a:buSzPts val="1138"/>
              <a:buFont typeface="Roboto"/>
              <a:buNone/>
            </a:pPr>
            <a:r>
              <a:rPr lang="en-US" sz="1157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Pitch tracking, sales training, conversation insight aggregation</a:t>
            </a:r>
            <a:endParaRPr sz="1157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6793126" y="3317520"/>
            <a:ext cx="1711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57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Market research</a:t>
            </a:r>
            <a:endParaRPr sz="1457">
              <a:solidFill>
                <a:srgbClr val="00BF6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6793121" y="3557934"/>
            <a:ext cx="4320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96"/>
              </a:buClr>
              <a:buSzPts val="1138"/>
              <a:buFont typeface="Roboto"/>
              <a:buNone/>
            </a:pPr>
            <a:r>
              <a:rPr lang="en-US" sz="1157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Research panel training, VoC automation and analytics</a:t>
            </a:r>
            <a:endParaRPr sz="1157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6793126" y="4114983"/>
            <a:ext cx="1711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57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Service excellence</a:t>
            </a:r>
            <a:endParaRPr sz="1457">
              <a:solidFill>
                <a:srgbClr val="00BF6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6793121" y="4430719"/>
            <a:ext cx="4320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96"/>
              </a:buClr>
              <a:buSzPts val="1138"/>
              <a:buFont typeface="Roboto"/>
              <a:buNone/>
            </a:pPr>
            <a:r>
              <a:rPr lang="en-US" sz="1157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Ambient scribing, resolution follow-ups, product intelligence and failure points</a:t>
            </a:r>
            <a:endParaRPr sz="1157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6793126" y="4921337"/>
            <a:ext cx="1711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57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Ambient scribing</a:t>
            </a:r>
            <a:endParaRPr sz="1457">
              <a:solidFill>
                <a:srgbClr val="00BF6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6793121" y="5143577"/>
            <a:ext cx="4320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96"/>
              </a:buClr>
              <a:buSzPts val="1138"/>
              <a:buFont typeface="Roboto"/>
              <a:buNone/>
            </a:pPr>
            <a:r>
              <a:rPr lang="en-US" sz="1157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Transcription of critical conversations</a:t>
            </a:r>
            <a:endParaRPr sz="1157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4" name="Google Shape;304;p31"/>
          <p:cNvSpPr/>
          <p:nvPr/>
        </p:nvSpPr>
        <p:spPr>
          <a:xfrm>
            <a:off x="6793126" y="5603225"/>
            <a:ext cx="1711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57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SOP &amp; compliance</a:t>
            </a:r>
            <a:endParaRPr sz="1457">
              <a:solidFill>
                <a:srgbClr val="00BF6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6793121" y="5897368"/>
            <a:ext cx="4320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96"/>
              </a:buClr>
              <a:buSzPts val="1138"/>
              <a:buFont typeface="Roboto"/>
              <a:buNone/>
            </a:pPr>
            <a:r>
              <a:rPr lang="en-US" sz="1157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Group- and individual-level adherence in offline conversational settings</a:t>
            </a:r>
            <a:endParaRPr sz="1157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486525" y="4973814"/>
            <a:ext cx="2200200" cy="532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80000" tIns="39975" rIns="80000" bIns="399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31"/>
          <p:cNvSpPr/>
          <p:nvPr/>
        </p:nvSpPr>
        <p:spPr>
          <a:xfrm>
            <a:off x="1006410" y="5020021"/>
            <a:ext cx="15606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Education</a:t>
            </a:r>
            <a:endParaRPr sz="14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2846914" y="4973814"/>
            <a:ext cx="2200200" cy="532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80000" tIns="39975" rIns="80000" bIns="399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3366798" y="5020021"/>
            <a:ext cx="15606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530"/>
              </a:buClr>
              <a:buSzPts val="1400"/>
              <a:buFont typeface="Roboto"/>
              <a:buNone/>
            </a:pPr>
            <a:r>
              <a:rPr lang="en-US" sz="1400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Consumer Durables</a:t>
            </a:r>
            <a:endParaRPr sz="1400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486525" y="5669015"/>
            <a:ext cx="4560900" cy="5325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80000" tIns="39975" rIns="80000" bIns="399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    … and many more</a:t>
            </a:r>
            <a:endParaRPr sz="1225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11" name="Google Shape;311;p31"/>
          <p:cNvPicPr preferRelativeResize="0"/>
          <p:nvPr/>
        </p:nvPicPr>
        <p:blipFill rotWithShape="1">
          <a:blip r:embed="rId5">
            <a:alphaModFix amt="60000"/>
          </a:blip>
          <a:srcRect/>
          <a:stretch/>
        </p:blipFill>
        <p:spPr>
          <a:xfrm>
            <a:off x="570757" y="2415155"/>
            <a:ext cx="323653" cy="32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6">
            <a:alphaModFix amt="60000"/>
          </a:blip>
          <a:srcRect/>
          <a:stretch/>
        </p:blipFill>
        <p:spPr>
          <a:xfrm>
            <a:off x="2920681" y="2442692"/>
            <a:ext cx="323653" cy="32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1"/>
          <p:cNvPicPr preferRelativeResize="0"/>
          <p:nvPr/>
        </p:nvPicPr>
        <p:blipFill rotWithShape="1">
          <a:blip r:embed="rId7">
            <a:alphaModFix amt="60000"/>
          </a:blip>
          <a:srcRect/>
          <a:stretch/>
        </p:blipFill>
        <p:spPr>
          <a:xfrm>
            <a:off x="546957" y="3047234"/>
            <a:ext cx="323653" cy="32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1"/>
          <p:cNvPicPr preferRelativeResize="0"/>
          <p:nvPr/>
        </p:nvPicPr>
        <p:blipFill rotWithShape="1">
          <a:blip r:embed="rId8">
            <a:alphaModFix amt="60000"/>
          </a:blip>
          <a:srcRect/>
          <a:stretch/>
        </p:blipFill>
        <p:spPr>
          <a:xfrm>
            <a:off x="2929571" y="3065015"/>
            <a:ext cx="323653" cy="32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1"/>
          <p:cNvPicPr preferRelativeResize="0"/>
          <p:nvPr/>
        </p:nvPicPr>
        <p:blipFill rotWithShape="1">
          <a:blip r:embed="rId9">
            <a:alphaModFix amt="60000"/>
          </a:blip>
          <a:srcRect/>
          <a:stretch/>
        </p:blipFill>
        <p:spPr>
          <a:xfrm>
            <a:off x="564738" y="3732196"/>
            <a:ext cx="323653" cy="32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1"/>
          <p:cNvPicPr preferRelativeResize="0"/>
          <p:nvPr/>
        </p:nvPicPr>
        <p:blipFill rotWithShape="1">
          <a:blip r:embed="rId10">
            <a:alphaModFix amt="60000"/>
          </a:blip>
          <a:srcRect/>
          <a:stretch/>
        </p:blipFill>
        <p:spPr>
          <a:xfrm>
            <a:off x="2920681" y="3731790"/>
            <a:ext cx="323653" cy="32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1"/>
          <p:cNvPicPr preferRelativeResize="0"/>
          <p:nvPr/>
        </p:nvPicPr>
        <p:blipFill rotWithShape="1">
          <a:blip r:embed="rId11">
            <a:alphaModFix amt="60000"/>
          </a:blip>
          <a:srcRect/>
          <a:stretch/>
        </p:blipFill>
        <p:spPr>
          <a:xfrm>
            <a:off x="591409" y="4398564"/>
            <a:ext cx="323653" cy="32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1"/>
          <p:cNvPicPr preferRelativeResize="0"/>
          <p:nvPr/>
        </p:nvPicPr>
        <p:blipFill rotWithShape="1">
          <a:blip r:embed="rId12">
            <a:alphaModFix amt="60000"/>
          </a:blip>
          <a:srcRect/>
          <a:stretch/>
        </p:blipFill>
        <p:spPr>
          <a:xfrm>
            <a:off x="564738" y="5056449"/>
            <a:ext cx="323653" cy="32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1"/>
          <p:cNvPicPr preferRelativeResize="0"/>
          <p:nvPr/>
        </p:nvPicPr>
        <p:blipFill rotWithShape="1">
          <a:blip r:embed="rId13">
            <a:alphaModFix amt="60000"/>
          </a:blip>
          <a:srcRect/>
          <a:stretch/>
        </p:blipFill>
        <p:spPr>
          <a:xfrm>
            <a:off x="2947352" y="5074229"/>
            <a:ext cx="323653" cy="32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1"/>
          <p:cNvPicPr preferRelativeResize="0"/>
          <p:nvPr/>
        </p:nvPicPr>
        <p:blipFill rotWithShape="1">
          <a:blip r:embed="rId14">
            <a:alphaModFix amt="50000"/>
          </a:blip>
          <a:srcRect/>
          <a:stretch/>
        </p:blipFill>
        <p:spPr>
          <a:xfrm>
            <a:off x="6184455" y="2540262"/>
            <a:ext cx="430784" cy="430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1"/>
          <p:cNvPicPr preferRelativeResize="0"/>
          <p:nvPr/>
        </p:nvPicPr>
        <p:blipFill rotWithShape="1">
          <a:blip r:embed="rId15">
            <a:alphaModFix amt="50000"/>
          </a:blip>
          <a:srcRect/>
          <a:stretch/>
        </p:blipFill>
        <p:spPr>
          <a:xfrm>
            <a:off x="6221837" y="3457787"/>
            <a:ext cx="356020" cy="356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1"/>
          <p:cNvPicPr preferRelativeResize="0"/>
          <p:nvPr/>
        </p:nvPicPr>
        <p:blipFill rotWithShape="1">
          <a:blip r:embed="rId16">
            <a:alphaModFix amt="50000"/>
          </a:blip>
          <a:srcRect/>
          <a:stretch/>
        </p:blipFill>
        <p:spPr>
          <a:xfrm>
            <a:off x="6212947" y="4213465"/>
            <a:ext cx="356020" cy="356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1"/>
          <p:cNvPicPr preferRelativeResize="0"/>
          <p:nvPr/>
        </p:nvPicPr>
        <p:blipFill rotWithShape="1">
          <a:blip r:embed="rId17">
            <a:alphaModFix amt="50000"/>
          </a:blip>
          <a:srcRect/>
          <a:stretch/>
        </p:blipFill>
        <p:spPr>
          <a:xfrm>
            <a:off x="6239618" y="4986924"/>
            <a:ext cx="356020" cy="356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1"/>
          <p:cNvPicPr preferRelativeResize="0"/>
          <p:nvPr/>
        </p:nvPicPr>
        <p:blipFill rotWithShape="1">
          <a:blip r:embed="rId18">
            <a:alphaModFix amt="50000"/>
          </a:blip>
          <a:srcRect/>
          <a:stretch/>
        </p:blipFill>
        <p:spPr>
          <a:xfrm>
            <a:off x="6221837" y="5635918"/>
            <a:ext cx="356020" cy="35602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1"/>
          <p:cNvSpPr txBox="1"/>
          <p:nvPr/>
        </p:nvSpPr>
        <p:spPr>
          <a:xfrm>
            <a:off x="384225" y="611100"/>
            <a:ext cx="63906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Trusted by industry leaders</a:t>
            </a:r>
            <a:br>
              <a:rPr lang="en-US" sz="1900" dirty="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lang="en-US" sz="1800" dirty="0">
                <a:solidFill>
                  <a:srgbClr val="00BF63"/>
                </a:solidFill>
                <a:latin typeface="Outfit Medium"/>
                <a:ea typeface="Outfit Medium"/>
                <a:cs typeface="Outfit Medium"/>
                <a:sym typeface="Outfit Medium"/>
              </a:rPr>
              <a:t>Ongoing engagement on 20+ use cases across industries</a:t>
            </a:r>
            <a:endParaRPr sz="1800" dirty="0">
              <a:solidFill>
                <a:srgbClr val="00BF63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2" title="DSC0229306.png"/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-4500001">
            <a:off x="6588589" y="566723"/>
            <a:ext cx="6496549" cy="432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2"/>
          <p:cNvSpPr/>
          <p:nvPr/>
        </p:nvSpPr>
        <p:spPr>
          <a:xfrm>
            <a:off x="9078825" y="1729474"/>
            <a:ext cx="1806000" cy="4799400"/>
          </a:xfrm>
          <a:prstGeom prst="roundRect">
            <a:avLst>
              <a:gd name="adj" fmla="val 10104"/>
            </a:avLst>
          </a:prstGeom>
          <a:gradFill>
            <a:gsLst>
              <a:gs pos="0">
                <a:schemeClr val="dk1"/>
              </a:gs>
              <a:gs pos="100000">
                <a:srgbClr val="004223"/>
              </a:gs>
            </a:gsLst>
            <a:lin ang="5400012" scaled="0"/>
          </a:gradFill>
          <a:ln>
            <a:noFill/>
          </a:ln>
        </p:spPr>
        <p:txBody>
          <a:bodyPr spcFirstLastPara="1" wrap="square" lIns="82625" tIns="82625" rIns="82625" bIns="82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5"/>
          </a:p>
        </p:txBody>
      </p:sp>
      <p:sp>
        <p:nvSpPr>
          <p:cNvPr id="332" name="Google Shape;332;p32"/>
          <p:cNvSpPr/>
          <p:nvPr/>
        </p:nvSpPr>
        <p:spPr>
          <a:xfrm>
            <a:off x="9179650" y="3203118"/>
            <a:ext cx="1620000" cy="1490979"/>
          </a:xfrm>
          <a:prstGeom prst="roundRect">
            <a:avLst>
              <a:gd name="adj" fmla="val 4846"/>
            </a:avLst>
          </a:prstGeom>
          <a:noFill/>
          <a:ln w="7400" cap="flat" cmpd="sng">
            <a:solidFill>
              <a:srgbClr val="25FE7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71225" tIns="71225" rIns="71225" bIns="7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2"/>
          <p:cNvSpPr/>
          <p:nvPr/>
        </p:nvSpPr>
        <p:spPr>
          <a:xfrm>
            <a:off x="6573706" y="4078099"/>
            <a:ext cx="1806000" cy="2100600"/>
          </a:xfrm>
          <a:prstGeom prst="roundRect">
            <a:avLst>
              <a:gd name="adj" fmla="val 8935"/>
            </a:avLst>
          </a:prstGeom>
          <a:gradFill>
            <a:gsLst>
              <a:gs pos="0">
                <a:schemeClr val="dk1"/>
              </a:gs>
              <a:gs pos="100000">
                <a:srgbClr val="004223"/>
              </a:gs>
            </a:gsLst>
            <a:lin ang="5400012" scaled="0"/>
          </a:gradFill>
          <a:ln>
            <a:noFill/>
          </a:ln>
        </p:spPr>
        <p:txBody>
          <a:bodyPr spcFirstLastPara="1" wrap="square" lIns="82625" tIns="82625" rIns="82625" bIns="82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5" dirty="0"/>
          </a:p>
        </p:txBody>
      </p:sp>
      <p:sp>
        <p:nvSpPr>
          <p:cNvPr id="334" name="Google Shape;334;p32"/>
          <p:cNvSpPr/>
          <p:nvPr/>
        </p:nvSpPr>
        <p:spPr>
          <a:xfrm>
            <a:off x="6587399" y="1729484"/>
            <a:ext cx="1806000" cy="2026500"/>
          </a:xfrm>
          <a:prstGeom prst="roundRect">
            <a:avLst>
              <a:gd name="adj" fmla="val 8935"/>
            </a:avLst>
          </a:prstGeom>
          <a:gradFill>
            <a:gsLst>
              <a:gs pos="0">
                <a:schemeClr val="dk1"/>
              </a:gs>
              <a:gs pos="100000">
                <a:srgbClr val="004223"/>
              </a:gs>
            </a:gsLst>
            <a:lin ang="5400012" scaled="0"/>
          </a:gradFill>
          <a:ln>
            <a:noFill/>
          </a:ln>
        </p:spPr>
        <p:txBody>
          <a:bodyPr spcFirstLastPara="1" wrap="square" lIns="82625" tIns="82625" rIns="82625" bIns="82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5"/>
          </a:p>
        </p:txBody>
      </p:sp>
      <p:sp>
        <p:nvSpPr>
          <p:cNvPr id="335" name="Google Shape;335;p32"/>
          <p:cNvSpPr/>
          <p:nvPr/>
        </p:nvSpPr>
        <p:spPr>
          <a:xfrm>
            <a:off x="4095975" y="1729475"/>
            <a:ext cx="1806000" cy="2100600"/>
          </a:xfrm>
          <a:prstGeom prst="roundRect">
            <a:avLst>
              <a:gd name="adj" fmla="val 8935"/>
            </a:avLst>
          </a:prstGeom>
          <a:gradFill>
            <a:gsLst>
              <a:gs pos="0">
                <a:schemeClr val="dk1"/>
              </a:gs>
              <a:gs pos="100000">
                <a:srgbClr val="004223"/>
              </a:gs>
            </a:gsLst>
            <a:lin ang="5400012" scaled="0"/>
          </a:gradFill>
          <a:ln>
            <a:noFill/>
          </a:ln>
        </p:spPr>
        <p:txBody>
          <a:bodyPr spcFirstLastPara="1" wrap="square" lIns="82625" tIns="82625" rIns="82625" bIns="82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5"/>
          </a:p>
        </p:txBody>
      </p:sp>
      <p:sp>
        <p:nvSpPr>
          <p:cNvPr id="336" name="Google Shape;336;p32"/>
          <p:cNvSpPr/>
          <p:nvPr/>
        </p:nvSpPr>
        <p:spPr>
          <a:xfrm>
            <a:off x="1454015" y="1729483"/>
            <a:ext cx="1806000" cy="4449215"/>
          </a:xfrm>
          <a:prstGeom prst="roundRect">
            <a:avLst>
              <a:gd name="adj" fmla="val 10104"/>
            </a:avLst>
          </a:prstGeom>
          <a:gradFill>
            <a:gsLst>
              <a:gs pos="0">
                <a:schemeClr val="dk1"/>
              </a:gs>
              <a:gs pos="100000">
                <a:srgbClr val="004223"/>
              </a:gs>
            </a:gsLst>
            <a:lin ang="5400012" scaled="0"/>
          </a:gradFill>
          <a:ln>
            <a:noFill/>
          </a:ln>
        </p:spPr>
        <p:txBody>
          <a:bodyPr spcFirstLastPara="1" wrap="square" lIns="82625" tIns="82625" rIns="82625" bIns="82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5"/>
          </a:p>
        </p:txBody>
      </p:sp>
      <p:sp>
        <p:nvSpPr>
          <p:cNvPr id="337" name="Google Shape;337;p32"/>
          <p:cNvSpPr/>
          <p:nvPr/>
        </p:nvSpPr>
        <p:spPr>
          <a:xfrm rot="5400000">
            <a:off x="446093" y="-750"/>
            <a:ext cx="687300" cy="688800"/>
          </a:xfrm>
          <a:prstGeom prst="rect">
            <a:avLst/>
          </a:prstGeom>
          <a:gradFill>
            <a:gsLst>
              <a:gs pos="0">
                <a:srgbClr val="15FF68"/>
              </a:gs>
              <a:gs pos="68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da"/>
              <a:ea typeface="Mada"/>
              <a:cs typeface="Mada"/>
              <a:sym typeface="Mada"/>
            </a:endParaRPr>
          </a:p>
        </p:txBody>
      </p:sp>
      <p:pic>
        <p:nvPicPr>
          <p:cNvPr id="338" name="Google Shape;338;p32" descr="Diageo Logo, symbol, meaning, history, PNG, brand"/>
          <p:cNvPicPr preferRelativeResize="0"/>
          <p:nvPr/>
        </p:nvPicPr>
        <p:blipFill rotWithShape="1">
          <a:blip r:embed="rId4">
            <a:alphaModFix/>
          </a:blip>
          <a:srcRect t="22350" b="24220"/>
          <a:stretch/>
        </p:blipFill>
        <p:spPr>
          <a:xfrm>
            <a:off x="1860442" y="2350414"/>
            <a:ext cx="993113" cy="297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99122" y="4800836"/>
            <a:ext cx="1115809" cy="170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2" descr="Bodycraft Spa And Salon HSR Layout Bengaluru - 42 Offer at ..."/>
          <p:cNvPicPr preferRelativeResize="0"/>
          <p:nvPr/>
        </p:nvPicPr>
        <p:blipFill rotWithShape="1">
          <a:blip r:embed="rId6">
            <a:alphaModFix/>
          </a:blip>
          <a:srcRect l="21443" t="32417" r="24189" b="31929"/>
          <a:stretch/>
        </p:blipFill>
        <p:spPr>
          <a:xfrm>
            <a:off x="9399896" y="2268745"/>
            <a:ext cx="1125009" cy="379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8367" y="3536894"/>
            <a:ext cx="424685" cy="443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 descr="Newsroom Multimedia - Logos | P&amp;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10577" y="2946400"/>
            <a:ext cx="692830" cy="334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7649" y="3068762"/>
            <a:ext cx="1421559" cy="529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2"/>
          <p:cNvPicPr preferRelativeResize="0"/>
          <p:nvPr/>
        </p:nvPicPr>
        <p:blipFill rotWithShape="1">
          <a:blip r:embed="rId10">
            <a:alphaModFix/>
          </a:blip>
          <a:srcRect r="16002"/>
          <a:stretch/>
        </p:blipFill>
        <p:spPr>
          <a:xfrm>
            <a:off x="4342489" y="2780276"/>
            <a:ext cx="1332694" cy="231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2" descr="Logo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12079" y="4227456"/>
            <a:ext cx="929752" cy="371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2" descr="matrixlifescience logo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482084" y="3277886"/>
            <a:ext cx="980652" cy="483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05559" y="4678773"/>
            <a:ext cx="595756" cy="621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2" descr="Emirates Logo, symbol, meaning, history, PNG, brand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235063" y="2761854"/>
            <a:ext cx="637082" cy="356766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2"/>
          <p:cNvSpPr/>
          <p:nvPr/>
        </p:nvSpPr>
        <p:spPr>
          <a:xfrm>
            <a:off x="1453970" y="1725304"/>
            <a:ext cx="1806000" cy="4386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65850" tIns="32900" rIns="65850" bIns="32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6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CPG/ DURABLES</a:t>
            </a:r>
            <a:endParaRPr sz="1206" i="1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2" name="Google Shape;352;p32"/>
          <p:cNvSpPr/>
          <p:nvPr/>
        </p:nvSpPr>
        <p:spPr>
          <a:xfrm>
            <a:off x="4090343" y="1725304"/>
            <a:ext cx="1806000" cy="4386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65850" tIns="32900" rIns="65850" bIns="32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6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AUTOMOTIVE</a:t>
            </a:r>
            <a:endParaRPr sz="1206" i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3" name="Google Shape;353;p32"/>
          <p:cNvSpPr/>
          <p:nvPr/>
        </p:nvSpPr>
        <p:spPr>
          <a:xfrm>
            <a:off x="6587396" y="1725304"/>
            <a:ext cx="1806000" cy="4386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65850" tIns="32900" rIns="65850" bIns="32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6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REAL ESTATE</a:t>
            </a:r>
            <a:endParaRPr sz="1206" i="1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9084449" y="1725304"/>
            <a:ext cx="1806000" cy="4386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65850" tIns="32900" rIns="65850" bIns="32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6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OTHERS</a:t>
            </a:r>
            <a:endParaRPr sz="1206" i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9325460" y="5846101"/>
            <a:ext cx="1328400" cy="525600"/>
          </a:xfrm>
          <a:prstGeom prst="rect">
            <a:avLst/>
          </a:prstGeom>
          <a:solidFill>
            <a:srgbClr val="CCF2E0"/>
          </a:solidFill>
          <a:ln>
            <a:noFill/>
          </a:ln>
        </p:spPr>
        <p:txBody>
          <a:bodyPr spcFirstLastPara="1" wrap="square" lIns="56750" tIns="28350" rIns="56750" bIns="283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9" b="1">
                <a:solidFill>
                  <a:srgbClr val="1A1A1A"/>
                </a:solidFill>
                <a:latin typeface="Outfit"/>
                <a:ea typeface="Outfit"/>
                <a:cs typeface="Outfit"/>
                <a:sym typeface="Outfit"/>
              </a:rPr>
              <a:t>+ Growing clientele of 25+ SMBs   </a:t>
            </a:r>
            <a:endParaRPr sz="779" b="1">
              <a:solidFill>
                <a:srgbClr val="1A1A1A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57" name="Google Shape;357;p3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393211" y="2325801"/>
            <a:ext cx="1211529" cy="266914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2"/>
          <p:cNvSpPr/>
          <p:nvPr/>
        </p:nvSpPr>
        <p:spPr>
          <a:xfrm>
            <a:off x="1629861" y="4728668"/>
            <a:ext cx="1421700" cy="342300"/>
          </a:xfrm>
          <a:prstGeom prst="roundRect">
            <a:avLst>
              <a:gd name="adj" fmla="val 4846"/>
            </a:avLst>
          </a:prstGeom>
          <a:noFill/>
          <a:ln w="7350" cap="flat" cmpd="sng">
            <a:solidFill>
              <a:srgbClr val="25FE7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70625" tIns="70625" rIns="70625" bIns="70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8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6658847" y="2380087"/>
            <a:ext cx="1662900" cy="585300"/>
          </a:xfrm>
          <a:prstGeom prst="roundRect">
            <a:avLst>
              <a:gd name="adj" fmla="val 4846"/>
            </a:avLst>
          </a:prstGeom>
          <a:noFill/>
          <a:ln w="8600" cap="flat" cmpd="sng">
            <a:solidFill>
              <a:srgbClr val="25FE7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82625" tIns="82625" rIns="82625" bIns="82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6709631" y="3073419"/>
            <a:ext cx="1521900" cy="499800"/>
          </a:xfrm>
          <a:prstGeom prst="roundRect">
            <a:avLst>
              <a:gd name="adj" fmla="val 4846"/>
            </a:avLst>
          </a:prstGeom>
          <a:noFill/>
          <a:ln w="8600" cap="flat" cmpd="sng">
            <a:solidFill>
              <a:srgbClr val="25FE7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82625" tIns="82625" rIns="82625" bIns="82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832569" y="6354369"/>
            <a:ext cx="228300" cy="217500"/>
          </a:xfrm>
          <a:prstGeom prst="roundRect">
            <a:avLst>
              <a:gd name="adj" fmla="val 4846"/>
            </a:avLst>
          </a:prstGeom>
          <a:noFill/>
          <a:ln w="8600" cap="flat" cmpd="sng">
            <a:solidFill>
              <a:srgbClr val="25FE7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82625" tIns="82625" rIns="82625" bIns="82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 txBox="1"/>
          <p:nvPr/>
        </p:nvSpPr>
        <p:spPr>
          <a:xfrm>
            <a:off x="1052000" y="6339772"/>
            <a:ext cx="1217130" cy="24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975" tIns="30975" rIns="61975" bIns="309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4"/>
              <a:buFont typeface="Arial"/>
              <a:buNone/>
            </a:pPr>
            <a:r>
              <a:rPr lang="en-US" sz="1175" dirty="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Pilots underway</a:t>
            </a:r>
            <a:endParaRPr sz="1175" dirty="0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363" name="Google Shape;363;p32"/>
          <p:cNvSpPr txBox="1"/>
          <p:nvPr/>
        </p:nvSpPr>
        <p:spPr>
          <a:xfrm>
            <a:off x="384225" y="611100"/>
            <a:ext cx="6390600" cy="838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Trusted by industry leaders</a:t>
            </a:r>
            <a:br>
              <a:rPr lang="en-US" sz="1900" dirty="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lang="en-US" sz="1800" dirty="0">
                <a:solidFill>
                  <a:srgbClr val="00BF63"/>
                </a:solidFill>
                <a:latin typeface="Outfit Medium"/>
                <a:ea typeface="Outfit Medium"/>
                <a:cs typeface="Outfit Medium"/>
                <a:sym typeface="Outfit Medium"/>
              </a:rPr>
              <a:t>Engagement with leaders across sectors</a:t>
            </a:r>
            <a:endParaRPr sz="1800" dirty="0">
              <a:solidFill>
                <a:srgbClr val="00BF63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364" name="Google Shape;364;p32"/>
          <p:cNvSpPr/>
          <p:nvPr/>
        </p:nvSpPr>
        <p:spPr>
          <a:xfrm>
            <a:off x="1837324" y="2879919"/>
            <a:ext cx="984818" cy="474000"/>
          </a:xfrm>
          <a:prstGeom prst="roundRect">
            <a:avLst>
              <a:gd name="adj" fmla="val 4846"/>
            </a:avLst>
          </a:prstGeom>
          <a:noFill/>
          <a:ln w="7350" cap="flat" cmpd="sng">
            <a:solidFill>
              <a:srgbClr val="25FE7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70625" tIns="70625" rIns="70625" bIns="70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8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2"/>
          <p:cNvSpPr/>
          <p:nvPr/>
        </p:nvSpPr>
        <p:spPr>
          <a:xfrm>
            <a:off x="2003391" y="3488593"/>
            <a:ext cx="674628" cy="570000"/>
          </a:xfrm>
          <a:prstGeom prst="roundRect">
            <a:avLst>
              <a:gd name="adj" fmla="val 4846"/>
            </a:avLst>
          </a:prstGeom>
          <a:noFill/>
          <a:ln w="7350" cap="flat" cmpd="sng">
            <a:solidFill>
              <a:srgbClr val="25FE7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70625" tIns="70625" rIns="70625" bIns="70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8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3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476855" y="3862175"/>
            <a:ext cx="929751" cy="22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2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389375" y="5232540"/>
            <a:ext cx="1200549" cy="406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Larsen &amp; Toubro - Wikipedia">
            <a:extLst>
              <a:ext uri="{FF2B5EF4-FFF2-40B4-BE49-F238E27FC236}">
                <a16:creationId xmlns:a16="http://schemas.microsoft.com/office/drawing/2014/main" id="{4DA0E66D-706E-7D76-0AD0-98807D687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2654" y="2719062"/>
            <a:ext cx="432324" cy="43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2" descr="Page Industries logo in transparent PNG and vectorized SVG formats">
            <a:extLst>
              <a:ext uri="{FF2B5EF4-FFF2-40B4-BE49-F238E27FC236}">
                <a16:creationId xmlns:a16="http://schemas.microsoft.com/office/drawing/2014/main" id="{0BB420E1-1C22-1046-EA06-81380B1A41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2" r="26926"/>
          <a:stretch>
            <a:fillRect/>
          </a:stretch>
        </p:blipFill>
        <p:spPr bwMode="auto">
          <a:xfrm>
            <a:off x="1579725" y="5846968"/>
            <a:ext cx="1602387" cy="164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335;p32">
            <a:extLst>
              <a:ext uri="{FF2B5EF4-FFF2-40B4-BE49-F238E27FC236}">
                <a16:creationId xmlns:a16="http://schemas.microsoft.com/office/drawing/2014/main" id="{C1C670F0-4EB0-0F98-5C35-4275EBA2FC11}"/>
              </a:ext>
            </a:extLst>
          </p:cNvPr>
          <p:cNvSpPr/>
          <p:nvPr/>
        </p:nvSpPr>
        <p:spPr>
          <a:xfrm>
            <a:off x="4095975" y="4078099"/>
            <a:ext cx="1806000" cy="2100600"/>
          </a:xfrm>
          <a:prstGeom prst="roundRect">
            <a:avLst>
              <a:gd name="adj" fmla="val 8935"/>
            </a:avLst>
          </a:prstGeom>
          <a:gradFill>
            <a:gsLst>
              <a:gs pos="0">
                <a:schemeClr val="dk1"/>
              </a:gs>
              <a:gs pos="100000">
                <a:srgbClr val="004223"/>
              </a:gs>
            </a:gsLst>
            <a:lin ang="5400012" scaled="0"/>
          </a:gradFill>
          <a:ln>
            <a:noFill/>
          </a:ln>
        </p:spPr>
        <p:txBody>
          <a:bodyPr spcFirstLastPara="1" wrap="square" lIns="82625" tIns="82625" rIns="82625" bIns="82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5"/>
          </a:p>
        </p:txBody>
      </p:sp>
      <p:sp>
        <p:nvSpPr>
          <p:cNvPr id="5" name="Google Shape;352;p32">
            <a:extLst>
              <a:ext uri="{FF2B5EF4-FFF2-40B4-BE49-F238E27FC236}">
                <a16:creationId xmlns:a16="http://schemas.microsoft.com/office/drawing/2014/main" id="{7E91EA3B-DA27-BFE0-37D6-B9FECA2EA39E}"/>
              </a:ext>
            </a:extLst>
          </p:cNvPr>
          <p:cNvSpPr/>
          <p:nvPr/>
        </p:nvSpPr>
        <p:spPr>
          <a:xfrm>
            <a:off x="4090343" y="4073928"/>
            <a:ext cx="1806000" cy="4386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65850" tIns="32900" rIns="65850" bIns="32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6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RETAIL/ MEDIA</a:t>
            </a:r>
            <a:endParaRPr sz="1206" i="1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7" name="Picture 6" descr="Logo">
            <a:extLst>
              <a:ext uri="{FF2B5EF4-FFF2-40B4-BE49-F238E27FC236}">
                <a16:creationId xmlns:a16="http://schemas.microsoft.com/office/drawing/2014/main" id="{8C3AB7FA-C951-0B20-EBCF-F5CAAA60F15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58407" y="4636830"/>
            <a:ext cx="600922" cy="3824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89C98A-99DF-E3C3-459B-A5AA4634C4AA}"/>
              </a:ext>
            </a:extLst>
          </p:cNvPr>
          <p:cNvPicPr>
            <a:picLocks noChangeAspect="1"/>
          </p:cNvPicPr>
          <p:nvPr/>
        </p:nvPicPr>
        <p:blipFill>
          <a:blip r:embed="rId21">
            <a:lum bright="70000" contrast="-70000"/>
          </a:blip>
          <a:stretch>
            <a:fillRect/>
          </a:stretch>
        </p:blipFill>
        <p:spPr>
          <a:xfrm>
            <a:off x="4285116" y="5139902"/>
            <a:ext cx="1463783" cy="162642"/>
          </a:xfrm>
          <a:prstGeom prst="rect">
            <a:avLst/>
          </a:prstGeom>
        </p:spPr>
      </p:pic>
      <p:pic>
        <p:nvPicPr>
          <p:cNvPr id="4" name="Picture 3" descr="Home">
            <a:extLst>
              <a:ext uri="{FF2B5EF4-FFF2-40B4-BE49-F238E27FC236}">
                <a16:creationId xmlns:a16="http://schemas.microsoft.com/office/drawing/2014/main" id="{30367997-9F06-8483-8FD2-4A7A6D02F3FA}"/>
              </a:ext>
            </a:extLst>
          </p:cNvPr>
          <p:cNvPicPr>
            <a:picLocks noChangeAspect="1"/>
          </p:cNvPicPr>
          <p:nvPr/>
        </p:nvPicPr>
        <p:blipFill>
          <a:blip r:embed="rId22">
            <a:biLevel thresh="25000"/>
          </a:blip>
          <a:stretch>
            <a:fillRect/>
          </a:stretch>
        </p:blipFill>
        <p:spPr>
          <a:xfrm>
            <a:off x="7062659" y="2424261"/>
            <a:ext cx="827862" cy="488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7A9A15-747D-D7CD-E8D4-7803C324ECA0}"/>
              </a:ext>
            </a:extLst>
          </p:cNvPr>
          <p:cNvPicPr>
            <a:picLocks noChangeAspect="1"/>
          </p:cNvPicPr>
          <p:nvPr/>
        </p:nvPicPr>
        <p:blipFill>
          <a:blip r:embed="rId23">
            <a:biLevel thresh="25000"/>
          </a:blip>
          <a:stretch>
            <a:fillRect/>
          </a:stretch>
        </p:blipFill>
        <p:spPr>
          <a:xfrm>
            <a:off x="1715845" y="5327026"/>
            <a:ext cx="1335382" cy="300461"/>
          </a:xfrm>
          <a:prstGeom prst="rect">
            <a:avLst/>
          </a:prstGeom>
        </p:spPr>
      </p:pic>
      <p:sp>
        <p:nvSpPr>
          <p:cNvPr id="10" name="Google Shape;358;p32">
            <a:extLst>
              <a:ext uri="{FF2B5EF4-FFF2-40B4-BE49-F238E27FC236}">
                <a16:creationId xmlns:a16="http://schemas.microsoft.com/office/drawing/2014/main" id="{FAD075D0-66BF-E649-5605-89DA6B1490A0}"/>
              </a:ext>
            </a:extLst>
          </p:cNvPr>
          <p:cNvSpPr/>
          <p:nvPr/>
        </p:nvSpPr>
        <p:spPr>
          <a:xfrm>
            <a:off x="1635957" y="5310836"/>
            <a:ext cx="1421700" cy="342300"/>
          </a:xfrm>
          <a:prstGeom prst="roundRect">
            <a:avLst>
              <a:gd name="adj" fmla="val 4846"/>
            </a:avLst>
          </a:prstGeom>
          <a:noFill/>
          <a:ln w="7350" cap="flat" cmpd="sng">
            <a:solidFill>
              <a:srgbClr val="25FE7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70625" tIns="70625" rIns="70625" bIns="70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8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C86138-BB23-00C7-D401-71246E0379D9}"/>
              </a:ext>
            </a:extLst>
          </p:cNvPr>
          <p:cNvPicPr>
            <a:picLocks noChangeAspect="1"/>
          </p:cNvPicPr>
          <p:nvPr/>
        </p:nvPicPr>
        <p:blipFill>
          <a:blip r:embed="rId24">
            <a:lum bright="70000" contrast="-70000"/>
          </a:blip>
          <a:stretch>
            <a:fillRect/>
          </a:stretch>
        </p:blipFill>
        <p:spPr>
          <a:xfrm>
            <a:off x="1642232" y="3757544"/>
            <a:ext cx="1281441" cy="1281441"/>
          </a:xfrm>
          <a:prstGeom prst="rect">
            <a:avLst/>
          </a:prstGeom>
        </p:spPr>
      </p:pic>
      <p:sp>
        <p:nvSpPr>
          <p:cNvPr id="16" name="Google Shape;353;p32">
            <a:extLst>
              <a:ext uri="{FF2B5EF4-FFF2-40B4-BE49-F238E27FC236}">
                <a16:creationId xmlns:a16="http://schemas.microsoft.com/office/drawing/2014/main" id="{93EB83F4-96FD-4703-7F48-22BDC045FEE4}"/>
              </a:ext>
            </a:extLst>
          </p:cNvPr>
          <p:cNvSpPr/>
          <p:nvPr/>
        </p:nvSpPr>
        <p:spPr>
          <a:xfrm>
            <a:off x="6587396" y="4069884"/>
            <a:ext cx="1806000" cy="438600"/>
          </a:xfrm>
          <a:prstGeom prst="rect">
            <a:avLst/>
          </a:prstGeom>
          <a:solidFill>
            <a:srgbClr val="00BF63">
              <a:alpha val="20000"/>
            </a:srgbClr>
          </a:solidFill>
          <a:ln>
            <a:noFill/>
          </a:ln>
        </p:spPr>
        <p:txBody>
          <a:bodyPr spcFirstLastPara="1" wrap="square" lIns="65850" tIns="32900" rIns="65850" bIns="32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6" b="1" dirty="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PUBLIC SECTOR</a:t>
            </a:r>
            <a:endParaRPr sz="1206" i="1" dirty="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E22568E-AACD-2CA0-70C5-E31174DE79E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7043416" y="5382256"/>
            <a:ext cx="702065" cy="702065"/>
          </a:xfrm>
          <a:prstGeom prst="rect">
            <a:avLst/>
          </a:prstGeom>
        </p:spPr>
      </p:pic>
      <p:pic>
        <p:nvPicPr>
          <p:cNvPr id="6" name="Picture 5" descr="File:BIGFM NEW LOGO 2019.png - Wikimedia Commons">
            <a:extLst>
              <a:ext uri="{FF2B5EF4-FFF2-40B4-BE49-F238E27FC236}">
                <a16:creationId xmlns:a16="http://schemas.microsoft.com/office/drawing/2014/main" id="{27D7CE48-FB70-1FA9-3AB4-7F08549A1D3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56529" y="5419847"/>
            <a:ext cx="622966" cy="6634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8A41F4D-3F4E-C976-0A76-45D55C3A253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202066" y="5468114"/>
            <a:ext cx="321780" cy="438907"/>
          </a:xfrm>
          <a:prstGeom prst="rect">
            <a:avLst/>
          </a:prstGeom>
        </p:spPr>
      </p:pic>
      <p:sp>
        <p:nvSpPr>
          <p:cNvPr id="23" name="Google Shape;365;p32">
            <a:extLst>
              <a:ext uri="{FF2B5EF4-FFF2-40B4-BE49-F238E27FC236}">
                <a16:creationId xmlns:a16="http://schemas.microsoft.com/office/drawing/2014/main" id="{9CE991B8-7718-5181-68D6-7BE578F6F0B3}"/>
              </a:ext>
            </a:extLst>
          </p:cNvPr>
          <p:cNvSpPr/>
          <p:nvPr/>
        </p:nvSpPr>
        <p:spPr>
          <a:xfrm>
            <a:off x="7032643" y="4579930"/>
            <a:ext cx="723292" cy="758670"/>
          </a:xfrm>
          <a:prstGeom prst="roundRect">
            <a:avLst>
              <a:gd name="adj" fmla="val 4846"/>
            </a:avLst>
          </a:prstGeom>
          <a:noFill/>
          <a:ln w="7350" cap="flat" cmpd="sng">
            <a:solidFill>
              <a:srgbClr val="25FE7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70625" tIns="70625" rIns="70625" bIns="70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82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B2BD6D-5755-0FFF-82F8-D30BE28FEA9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29249" y="4594914"/>
            <a:ext cx="540564" cy="5393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CBF287-BAAC-5D78-DE69-933A919FD98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839464" y="4762981"/>
            <a:ext cx="303760" cy="3861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3DEB3A-2B36-6231-5FF8-6714CAB81EC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711568" y="3218654"/>
            <a:ext cx="592593" cy="475556"/>
          </a:xfrm>
          <a:prstGeom prst="rect">
            <a:avLst/>
          </a:prstGeom>
        </p:spPr>
      </p:pic>
      <p:sp>
        <p:nvSpPr>
          <p:cNvPr id="17" name="Google Shape;359;p32">
            <a:extLst>
              <a:ext uri="{FF2B5EF4-FFF2-40B4-BE49-F238E27FC236}">
                <a16:creationId xmlns:a16="http://schemas.microsoft.com/office/drawing/2014/main" id="{4B33A3E5-F3FE-F55C-C663-7F58846E9D7A}"/>
              </a:ext>
            </a:extLst>
          </p:cNvPr>
          <p:cNvSpPr/>
          <p:nvPr/>
        </p:nvSpPr>
        <p:spPr>
          <a:xfrm>
            <a:off x="4499662" y="3160589"/>
            <a:ext cx="1032530" cy="597065"/>
          </a:xfrm>
          <a:prstGeom prst="roundRect">
            <a:avLst>
              <a:gd name="adj" fmla="val 4846"/>
            </a:avLst>
          </a:prstGeom>
          <a:noFill/>
          <a:ln w="8600" cap="flat" cmpd="sng">
            <a:solidFill>
              <a:srgbClr val="25FE7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82625" tIns="82625" rIns="82625" bIns="82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32;p32">
            <a:extLst>
              <a:ext uri="{FF2B5EF4-FFF2-40B4-BE49-F238E27FC236}">
                <a16:creationId xmlns:a16="http://schemas.microsoft.com/office/drawing/2014/main" id="{823F6E31-1E68-107F-758D-C6D3F4709B49}"/>
              </a:ext>
            </a:extLst>
          </p:cNvPr>
          <p:cNvSpPr/>
          <p:nvPr/>
        </p:nvSpPr>
        <p:spPr>
          <a:xfrm>
            <a:off x="5094126" y="5344287"/>
            <a:ext cx="567800" cy="695553"/>
          </a:xfrm>
          <a:prstGeom prst="roundRect">
            <a:avLst>
              <a:gd name="adj" fmla="val 4846"/>
            </a:avLst>
          </a:prstGeom>
          <a:noFill/>
          <a:ln w="7400" cap="flat" cmpd="sng">
            <a:solidFill>
              <a:srgbClr val="25FE73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71225" tIns="71225" rIns="71225" bIns="71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9">
          <a:extLst>
            <a:ext uri="{FF2B5EF4-FFF2-40B4-BE49-F238E27FC236}">
              <a16:creationId xmlns:a16="http://schemas.microsoft.com/office/drawing/2014/main" id="{8C5DFB38-8540-C95F-C65F-3419DBC31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2" title="DSC0229306.png">
            <a:extLst>
              <a:ext uri="{FF2B5EF4-FFF2-40B4-BE49-F238E27FC236}">
                <a16:creationId xmlns:a16="http://schemas.microsoft.com/office/drawing/2014/main" id="{4F743958-5EAD-6AF0-7674-82CCE12A0918}"/>
              </a:ext>
            </a:extLst>
          </p:cNvPr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-4500001">
            <a:off x="6588589" y="566723"/>
            <a:ext cx="6496549" cy="432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2ADF1CAA-85A3-A618-7614-43D31BBE762D}"/>
              </a:ext>
            </a:extLst>
          </p:cNvPr>
          <p:cNvSpPr/>
          <p:nvPr/>
        </p:nvSpPr>
        <p:spPr>
          <a:xfrm rot="5400000">
            <a:off x="446093" y="-750"/>
            <a:ext cx="687300" cy="688800"/>
          </a:xfrm>
          <a:prstGeom prst="rect">
            <a:avLst/>
          </a:prstGeom>
          <a:gradFill>
            <a:gsLst>
              <a:gs pos="0">
                <a:srgbClr val="15FF68"/>
              </a:gs>
              <a:gs pos="68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da"/>
              <a:ea typeface="Mada"/>
              <a:cs typeface="Mada"/>
              <a:sym typeface="Mada"/>
            </a:endParaRPr>
          </a:p>
        </p:txBody>
      </p:sp>
      <p:sp>
        <p:nvSpPr>
          <p:cNvPr id="12" name="Shape 23">
            <a:extLst>
              <a:ext uri="{FF2B5EF4-FFF2-40B4-BE49-F238E27FC236}">
                <a16:creationId xmlns:a16="http://schemas.microsoft.com/office/drawing/2014/main" id="{48317FC4-FFB6-BFFE-DBA2-528AFB0E15FC}"/>
              </a:ext>
            </a:extLst>
          </p:cNvPr>
          <p:cNvSpPr/>
          <p:nvPr/>
        </p:nvSpPr>
        <p:spPr>
          <a:xfrm>
            <a:off x="8229448" y="5360975"/>
            <a:ext cx="3200399" cy="1137481"/>
          </a:xfrm>
          <a:prstGeom prst="roundRect">
            <a:avLst>
              <a:gd name="adj" fmla="val 1905"/>
            </a:avLst>
          </a:prstGeom>
          <a:solidFill>
            <a:srgbClr val="002614"/>
          </a:solidFill>
          <a:ln w="12700">
            <a:solidFill>
              <a:srgbClr val="00BF63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F8F605DD-0698-B663-72DF-0C1C836A2A09}"/>
              </a:ext>
            </a:extLst>
          </p:cNvPr>
          <p:cNvSpPr/>
          <p:nvPr/>
        </p:nvSpPr>
        <p:spPr>
          <a:xfrm>
            <a:off x="575380" y="152446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CB7E"/>
                </a:solidFill>
                <a:latin typeface="Outfit" panose="020B0604020202020204" charset="0"/>
                <a:ea typeface="Georgia" pitchFamily="34" charset="-122"/>
                <a:cs typeface="Georgia" pitchFamily="34" charset="-120"/>
              </a:rPr>
              <a:t>Inputs</a:t>
            </a:r>
            <a:endParaRPr lang="en-US" sz="1500" dirty="0">
              <a:latin typeface="Outfit" panose="020B0604020202020204" charset="0"/>
            </a:endParaRPr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B02B5FB7-7D49-DCF3-28E8-AF8AD362EC6A}"/>
              </a:ext>
            </a:extLst>
          </p:cNvPr>
          <p:cNvSpPr/>
          <p:nvPr/>
        </p:nvSpPr>
        <p:spPr>
          <a:xfrm>
            <a:off x="575380" y="1890226"/>
            <a:ext cx="1051560" cy="0"/>
          </a:xfrm>
          <a:prstGeom prst="line">
            <a:avLst/>
          </a:prstGeom>
          <a:noFill/>
          <a:ln w="19050">
            <a:solidFill>
              <a:srgbClr val="2ECB7E"/>
            </a:solidFill>
            <a:prstDash val="solid"/>
          </a:ln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D997F894-ACCD-9B39-7DF9-C2A5AA5985E2}"/>
              </a:ext>
            </a:extLst>
          </p:cNvPr>
          <p:cNvSpPr/>
          <p:nvPr/>
        </p:nvSpPr>
        <p:spPr>
          <a:xfrm>
            <a:off x="4353749" y="152446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CB7E"/>
                </a:solidFill>
                <a:latin typeface="Outfit" panose="020B060402020202020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1500" dirty="0">
              <a:latin typeface="Outfit" panose="020B0604020202020204" charset="0"/>
            </a:endParaRP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9C97501B-A1B2-A62A-E3C5-46FC3AB419C2}"/>
              </a:ext>
            </a:extLst>
          </p:cNvPr>
          <p:cNvSpPr/>
          <p:nvPr/>
        </p:nvSpPr>
        <p:spPr>
          <a:xfrm>
            <a:off x="4353749" y="1890226"/>
            <a:ext cx="1051560" cy="0"/>
          </a:xfrm>
          <a:prstGeom prst="line">
            <a:avLst/>
          </a:prstGeom>
          <a:noFill/>
          <a:ln w="19050">
            <a:solidFill>
              <a:srgbClr val="2ECB7E"/>
            </a:solidFill>
            <a:prstDash val="solid"/>
          </a:ln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52AEF796-54A0-84D7-A03C-33B43BECB721}"/>
              </a:ext>
            </a:extLst>
          </p:cNvPr>
          <p:cNvSpPr/>
          <p:nvPr/>
        </p:nvSpPr>
        <p:spPr>
          <a:xfrm>
            <a:off x="8244258" y="1890226"/>
            <a:ext cx="1417320" cy="0"/>
          </a:xfrm>
          <a:prstGeom prst="line">
            <a:avLst/>
          </a:prstGeom>
          <a:noFill/>
          <a:ln w="19050">
            <a:solidFill>
              <a:srgbClr val="2ECB7E"/>
            </a:solidFill>
            <a:prstDash val="solid"/>
          </a:ln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8378088D-D771-AE25-A821-7CB705D51275}"/>
              </a:ext>
            </a:extLst>
          </p:cNvPr>
          <p:cNvSpPr/>
          <p:nvPr/>
        </p:nvSpPr>
        <p:spPr>
          <a:xfrm>
            <a:off x="575380" y="2027386"/>
            <a:ext cx="3200400" cy="2773150"/>
          </a:xfrm>
          <a:prstGeom prst="roundRect">
            <a:avLst>
              <a:gd name="adj" fmla="val 1569"/>
            </a:avLst>
          </a:prstGeom>
          <a:solidFill>
            <a:srgbClr val="595959"/>
          </a:solidFill>
          <a:ln w="57150">
            <a:solidFill>
              <a:srgbClr val="00BF63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95672F10-6B05-98B9-B0F0-77E6CFE87C86}"/>
              </a:ext>
            </a:extLst>
          </p:cNvPr>
          <p:cNvSpPr/>
          <p:nvPr/>
        </p:nvSpPr>
        <p:spPr>
          <a:xfrm>
            <a:off x="685607" y="2119344"/>
            <a:ext cx="1325386" cy="292608"/>
          </a:xfrm>
          <a:prstGeom prst="roundRect">
            <a:avLst>
              <a:gd name="adj" fmla="val 15625"/>
            </a:avLst>
          </a:prstGeom>
          <a:solidFill>
            <a:srgbClr val="2ECB7E"/>
          </a:solidFill>
          <a:ln/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321" name="Text 9">
            <a:extLst>
              <a:ext uri="{FF2B5EF4-FFF2-40B4-BE49-F238E27FC236}">
                <a16:creationId xmlns:a16="http://schemas.microsoft.com/office/drawing/2014/main" id="{6E8A8813-7F3F-BC5C-7D31-5CD002D437B8}"/>
              </a:ext>
            </a:extLst>
          </p:cNvPr>
          <p:cNvSpPr/>
          <p:nvPr/>
        </p:nvSpPr>
        <p:spPr>
          <a:xfrm>
            <a:off x="685607" y="2119344"/>
            <a:ext cx="132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0B1530"/>
                </a:solidFill>
                <a:latin typeface="Outfit" panose="020B0604020202020204" charset="0"/>
                <a:ea typeface="Georgia" pitchFamily="34" charset="-122"/>
                <a:cs typeface="Georgia" pitchFamily="34" charset="-120"/>
              </a:rPr>
              <a:t>NeoSapien</a:t>
            </a:r>
            <a:endParaRPr lang="en-US" sz="1100" dirty="0">
              <a:latin typeface="Outfit" panose="020B0604020202020204" charset="0"/>
            </a:endParaRPr>
          </a:p>
        </p:txBody>
      </p:sp>
      <p:sp>
        <p:nvSpPr>
          <p:cNvPr id="323" name="Shape 10">
            <a:extLst>
              <a:ext uri="{FF2B5EF4-FFF2-40B4-BE49-F238E27FC236}">
                <a16:creationId xmlns:a16="http://schemas.microsoft.com/office/drawing/2014/main" id="{EC0F4339-BE45-159F-0C26-6FB3ADD17485}"/>
              </a:ext>
            </a:extLst>
          </p:cNvPr>
          <p:cNvSpPr/>
          <p:nvPr/>
        </p:nvSpPr>
        <p:spPr>
          <a:xfrm>
            <a:off x="712540" y="2536978"/>
            <a:ext cx="1389888" cy="844243"/>
          </a:xfrm>
          <a:prstGeom prst="roundRect">
            <a:avLst>
              <a:gd name="adj" fmla="val 4348"/>
            </a:avLst>
          </a:prstGeom>
          <a:solidFill>
            <a:srgbClr val="595959"/>
          </a:solidFill>
          <a:ln w="12700">
            <a:solidFill>
              <a:srgbClr val="2ECB7E"/>
            </a:solidFill>
            <a:prstDash val="solid"/>
          </a:ln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pic>
        <p:nvPicPr>
          <p:cNvPr id="325" name="Image 0" descr="preencoded.png">
            <a:extLst>
              <a:ext uri="{FF2B5EF4-FFF2-40B4-BE49-F238E27FC236}">
                <a16:creationId xmlns:a16="http://schemas.microsoft.com/office/drawing/2014/main" id="{EC3502A7-B32F-EF4E-EF3F-EB9E068FB12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</a:blip>
          <a:srcRect l="1" r="6422" b="53333"/>
          <a:stretch>
            <a:fillRect/>
          </a:stretch>
        </p:blipFill>
        <p:spPr>
          <a:xfrm>
            <a:off x="1126089" y="2541005"/>
            <a:ext cx="466344" cy="256032"/>
          </a:xfrm>
          <a:prstGeom prst="rect">
            <a:avLst/>
          </a:prstGeom>
        </p:spPr>
      </p:pic>
      <p:sp>
        <p:nvSpPr>
          <p:cNvPr id="327" name="Text 11">
            <a:extLst>
              <a:ext uri="{FF2B5EF4-FFF2-40B4-BE49-F238E27FC236}">
                <a16:creationId xmlns:a16="http://schemas.microsoft.com/office/drawing/2014/main" id="{14FC226C-7234-65C0-22D1-09E0DEA0308F}"/>
              </a:ext>
            </a:extLst>
          </p:cNvPr>
          <p:cNvSpPr/>
          <p:nvPr/>
        </p:nvSpPr>
        <p:spPr>
          <a:xfrm>
            <a:off x="739972" y="3073911"/>
            <a:ext cx="1335024" cy="262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chemeClr val="bg1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Pendant</a:t>
            </a:r>
            <a:endParaRPr lang="en-US" sz="1000" dirty="0">
              <a:solidFill>
                <a:schemeClr val="bg1"/>
              </a:solidFill>
              <a:latin typeface="Outfit" panose="020B0604020202020204" charset="0"/>
            </a:endParaRPr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dirty="0">
                <a:solidFill>
                  <a:schemeClr val="bg1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Voice capture)</a:t>
            </a:r>
            <a:endParaRPr lang="en-US" sz="1000" dirty="0">
              <a:solidFill>
                <a:schemeClr val="bg1"/>
              </a:solidFill>
              <a:latin typeface="Outfit" panose="020B0604020202020204" charset="0"/>
            </a:endParaRPr>
          </a:p>
        </p:txBody>
      </p:sp>
      <p:sp>
        <p:nvSpPr>
          <p:cNvPr id="329" name="Shape 12">
            <a:extLst>
              <a:ext uri="{FF2B5EF4-FFF2-40B4-BE49-F238E27FC236}">
                <a16:creationId xmlns:a16="http://schemas.microsoft.com/office/drawing/2014/main" id="{FC15AB03-6F61-F817-2939-627E9B602B27}"/>
              </a:ext>
            </a:extLst>
          </p:cNvPr>
          <p:cNvSpPr/>
          <p:nvPr/>
        </p:nvSpPr>
        <p:spPr>
          <a:xfrm>
            <a:off x="2248732" y="2536978"/>
            <a:ext cx="1389888" cy="844243"/>
          </a:xfrm>
          <a:prstGeom prst="roundRect">
            <a:avLst>
              <a:gd name="adj" fmla="val 4348"/>
            </a:avLst>
          </a:prstGeom>
          <a:solidFill>
            <a:srgbClr val="595959"/>
          </a:solidFill>
          <a:ln w="12700">
            <a:solidFill>
              <a:srgbClr val="2ECB7E"/>
            </a:solidFill>
            <a:prstDash val="solid"/>
          </a:ln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pic>
        <p:nvPicPr>
          <p:cNvPr id="346" name="Image 1" descr="preencoded.png">
            <a:extLst>
              <a:ext uri="{FF2B5EF4-FFF2-40B4-BE49-F238E27FC236}">
                <a16:creationId xmlns:a16="http://schemas.microsoft.com/office/drawing/2014/main" id="{97F646FA-D6D9-0288-D2F4-2AB04045E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2508" y="2593798"/>
            <a:ext cx="402336" cy="402336"/>
          </a:xfrm>
          <a:prstGeom prst="rect">
            <a:avLst/>
          </a:prstGeom>
        </p:spPr>
      </p:pic>
      <p:sp>
        <p:nvSpPr>
          <p:cNvPr id="366" name="Text 13">
            <a:extLst>
              <a:ext uri="{FF2B5EF4-FFF2-40B4-BE49-F238E27FC236}">
                <a16:creationId xmlns:a16="http://schemas.microsoft.com/office/drawing/2014/main" id="{5CBCEDD8-C2C1-CC58-B075-F04E564B637E}"/>
              </a:ext>
            </a:extLst>
          </p:cNvPr>
          <p:cNvSpPr/>
          <p:nvPr/>
        </p:nvSpPr>
        <p:spPr>
          <a:xfrm>
            <a:off x="2206328" y="3089679"/>
            <a:ext cx="1474697" cy="29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00" b="1" dirty="0">
                <a:solidFill>
                  <a:schemeClr val="bg1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Pendant app</a:t>
            </a:r>
            <a:endParaRPr lang="en-US" sz="1000" dirty="0">
              <a:solidFill>
                <a:schemeClr val="bg1"/>
              </a:solidFill>
              <a:latin typeface="Outfit" panose="020B0604020202020204" charset="0"/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(Keeps device connected)</a:t>
            </a:r>
            <a:endParaRPr lang="en-US" sz="1000" dirty="0">
              <a:solidFill>
                <a:schemeClr val="bg1"/>
              </a:solidFill>
              <a:latin typeface="Outfit" panose="020B0604020202020204" charset="0"/>
            </a:endParaRPr>
          </a:p>
        </p:txBody>
      </p:sp>
      <p:sp>
        <p:nvSpPr>
          <p:cNvPr id="371" name="Text 14">
            <a:extLst>
              <a:ext uri="{FF2B5EF4-FFF2-40B4-BE49-F238E27FC236}">
                <a16:creationId xmlns:a16="http://schemas.microsoft.com/office/drawing/2014/main" id="{AFFB6EB6-EC8E-8D66-E2E8-D0C3EBA6C68C}"/>
              </a:ext>
            </a:extLst>
          </p:cNvPr>
          <p:cNvSpPr/>
          <p:nvPr/>
        </p:nvSpPr>
        <p:spPr>
          <a:xfrm>
            <a:off x="730828" y="3569271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5000"/>
              </a:lnSpc>
              <a:spcBef>
                <a:spcPts val="600"/>
              </a:spcBef>
              <a:spcAft>
                <a:spcPts val="300"/>
              </a:spcAft>
              <a:buClr>
                <a:schemeClr val="bg1"/>
              </a:buClr>
              <a:buSzPct val="100000"/>
              <a:buChar char="•"/>
            </a:pPr>
            <a:r>
              <a:rPr lang="en-US" sz="1200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Captures field signals from DSR interactions across 100+ languages</a:t>
            </a:r>
          </a:p>
          <a:p>
            <a:pPr marL="152400" indent="-152400">
              <a:lnSpc>
                <a:spcPct val="95000"/>
              </a:lnSpc>
              <a:spcBef>
                <a:spcPts val="600"/>
              </a:spcBef>
              <a:spcAft>
                <a:spcPts val="300"/>
              </a:spcAft>
              <a:buClr>
                <a:schemeClr val="bg1"/>
              </a:buClr>
              <a:buSzPct val="100000"/>
              <a:buChar char="•"/>
            </a:pPr>
            <a:r>
              <a:rPr lang="en-US" sz="1200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Synthesizes field signals into tagged, </a:t>
            </a:r>
            <a:r>
              <a:rPr lang="en-US" sz="1200" dirty="0" err="1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queriable</a:t>
            </a:r>
            <a:r>
              <a:rPr lang="en-US" sz="1200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 qualitative data stream</a:t>
            </a:r>
          </a:p>
          <a:p>
            <a:pPr marL="152400" indent="-152400">
              <a:lnSpc>
                <a:spcPct val="95000"/>
              </a:lnSpc>
              <a:spcBef>
                <a:spcPts val="600"/>
              </a:spcBef>
              <a:spcAft>
                <a:spcPts val="300"/>
              </a:spcAft>
              <a:buClr>
                <a:schemeClr val="bg1"/>
              </a:buClr>
              <a:buSzPct val="100000"/>
              <a:buChar char="•"/>
            </a:pPr>
            <a:r>
              <a:rPr lang="en-US" sz="1200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Connects to data systems via APIs/ MCPs</a:t>
            </a:r>
            <a:endParaRPr lang="en-US" sz="1200" dirty="0">
              <a:latin typeface="Outfit" panose="020B0604020202020204" charset="0"/>
            </a:endParaRPr>
          </a:p>
        </p:txBody>
      </p:sp>
      <p:sp>
        <p:nvSpPr>
          <p:cNvPr id="373" name="Shape 15">
            <a:extLst>
              <a:ext uri="{FF2B5EF4-FFF2-40B4-BE49-F238E27FC236}">
                <a16:creationId xmlns:a16="http://schemas.microsoft.com/office/drawing/2014/main" id="{3F249215-D227-19BD-CB13-E438CFEB0B59}"/>
              </a:ext>
            </a:extLst>
          </p:cNvPr>
          <p:cNvSpPr/>
          <p:nvPr/>
        </p:nvSpPr>
        <p:spPr>
          <a:xfrm>
            <a:off x="575380" y="5260326"/>
            <a:ext cx="3200400" cy="1238130"/>
          </a:xfrm>
          <a:prstGeom prst="roundRect">
            <a:avLst>
              <a:gd name="adj" fmla="val 1818"/>
            </a:avLst>
          </a:prstGeom>
          <a:solidFill>
            <a:srgbClr val="002614"/>
          </a:solidFill>
          <a:ln w="12700">
            <a:solidFill>
              <a:srgbClr val="00BF63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375" name="Shape 16">
            <a:extLst>
              <a:ext uri="{FF2B5EF4-FFF2-40B4-BE49-F238E27FC236}">
                <a16:creationId xmlns:a16="http://schemas.microsoft.com/office/drawing/2014/main" id="{F92B13FD-3FA4-CE0D-5206-D3AFD58B684C}"/>
              </a:ext>
            </a:extLst>
          </p:cNvPr>
          <p:cNvSpPr/>
          <p:nvPr/>
        </p:nvSpPr>
        <p:spPr>
          <a:xfrm>
            <a:off x="659273" y="5364599"/>
            <a:ext cx="1399627" cy="292608"/>
          </a:xfrm>
          <a:prstGeom prst="roundRect">
            <a:avLst>
              <a:gd name="adj" fmla="val 15625"/>
            </a:avLst>
          </a:prstGeom>
          <a:solidFill>
            <a:srgbClr val="2ECB7E"/>
          </a:solidFill>
          <a:ln/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377" name="Text 17">
            <a:extLst>
              <a:ext uri="{FF2B5EF4-FFF2-40B4-BE49-F238E27FC236}">
                <a16:creationId xmlns:a16="http://schemas.microsoft.com/office/drawing/2014/main" id="{C301A35B-5C76-3C23-BCFC-6846B99B64EE}"/>
              </a:ext>
            </a:extLst>
          </p:cNvPr>
          <p:cNvSpPr/>
          <p:nvPr/>
        </p:nvSpPr>
        <p:spPr>
          <a:xfrm>
            <a:off x="659273" y="5364599"/>
            <a:ext cx="13996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B1530"/>
                </a:solidFill>
                <a:latin typeface="Outfit" panose="020B0604020202020204" charset="0"/>
                <a:ea typeface="Georgia" pitchFamily="34" charset="-122"/>
                <a:cs typeface="Georgia" pitchFamily="34" charset="-120"/>
              </a:rPr>
              <a:t>CPG Co</a:t>
            </a:r>
            <a:endParaRPr lang="en-US" sz="1100" dirty="0">
              <a:latin typeface="Outfit" panose="020B0604020202020204" charset="0"/>
            </a:endParaRPr>
          </a:p>
        </p:txBody>
      </p:sp>
      <p:pic>
        <p:nvPicPr>
          <p:cNvPr id="379" name="Image 2" descr="preencoded.png">
            <a:extLst>
              <a:ext uri="{FF2B5EF4-FFF2-40B4-BE49-F238E27FC236}">
                <a16:creationId xmlns:a16="http://schemas.microsoft.com/office/drawing/2014/main" id="{03028FA7-DD79-C93A-4BCE-5DA3833EE7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404" y="5855267"/>
            <a:ext cx="457200" cy="457200"/>
          </a:xfrm>
          <a:prstGeom prst="rect">
            <a:avLst/>
          </a:prstGeom>
        </p:spPr>
      </p:pic>
      <p:sp>
        <p:nvSpPr>
          <p:cNvPr id="381" name="Shape 18">
            <a:extLst>
              <a:ext uri="{FF2B5EF4-FFF2-40B4-BE49-F238E27FC236}">
                <a16:creationId xmlns:a16="http://schemas.microsoft.com/office/drawing/2014/main" id="{D064EB59-FE09-7638-C08F-390A6048F21E}"/>
              </a:ext>
            </a:extLst>
          </p:cNvPr>
          <p:cNvSpPr/>
          <p:nvPr/>
        </p:nvSpPr>
        <p:spPr>
          <a:xfrm>
            <a:off x="1370908" y="5775561"/>
            <a:ext cx="2240280" cy="274320"/>
          </a:xfrm>
          <a:prstGeom prst="roundRect">
            <a:avLst>
              <a:gd name="adj" fmla="val 20000"/>
            </a:avLst>
          </a:prstGeom>
          <a:solidFill>
            <a:srgbClr val="002614"/>
          </a:solidFill>
          <a:ln w="12700">
            <a:solidFill>
              <a:srgbClr val="00BF63"/>
            </a:solidFill>
            <a:prstDash val="solid"/>
          </a:ln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383" name="Text 19">
            <a:extLst>
              <a:ext uri="{FF2B5EF4-FFF2-40B4-BE49-F238E27FC236}">
                <a16:creationId xmlns:a16="http://schemas.microsoft.com/office/drawing/2014/main" id="{A3A8BB8C-35CD-DB38-037C-A6D96A849D5F}"/>
              </a:ext>
            </a:extLst>
          </p:cNvPr>
          <p:cNvSpPr/>
          <p:nvPr/>
        </p:nvSpPr>
        <p:spPr>
          <a:xfrm>
            <a:off x="1370908" y="5775561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Outlet </a:t>
            </a:r>
            <a:r>
              <a:rPr lang="en-US" sz="120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data history</a:t>
            </a:r>
            <a:endParaRPr lang="en-US" sz="1200" dirty="0">
              <a:latin typeface="Outfit" panose="020B0604020202020204" charset="0"/>
            </a:endParaRPr>
          </a:p>
        </p:txBody>
      </p:sp>
      <p:sp>
        <p:nvSpPr>
          <p:cNvPr id="1025" name="Shape 20">
            <a:extLst>
              <a:ext uri="{FF2B5EF4-FFF2-40B4-BE49-F238E27FC236}">
                <a16:creationId xmlns:a16="http://schemas.microsoft.com/office/drawing/2014/main" id="{227868C2-D3CF-6F54-F024-0D80B4AD406F}"/>
              </a:ext>
            </a:extLst>
          </p:cNvPr>
          <p:cNvSpPr/>
          <p:nvPr/>
        </p:nvSpPr>
        <p:spPr>
          <a:xfrm>
            <a:off x="1370908" y="6123033"/>
            <a:ext cx="2240280" cy="274320"/>
          </a:xfrm>
          <a:prstGeom prst="roundRect">
            <a:avLst>
              <a:gd name="adj" fmla="val 20000"/>
            </a:avLst>
          </a:prstGeom>
          <a:solidFill>
            <a:srgbClr val="002614"/>
          </a:solidFill>
          <a:ln w="12700">
            <a:solidFill>
              <a:srgbClr val="00BF63"/>
            </a:solidFill>
            <a:prstDash val="solid"/>
          </a:ln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1027" name="Text 21">
            <a:extLst>
              <a:ext uri="{FF2B5EF4-FFF2-40B4-BE49-F238E27FC236}">
                <a16:creationId xmlns:a16="http://schemas.microsoft.com/office/drawing/2014/main" id="{7FBAFD1F-6C88-968E-CC7B-8F9730631118}"/>
              </a:ext>
            </a:extLst>
          </p:cNvPr>
          <p:cNvSpPr/>
          <p:nvPr/>
        </p:nvSpPr>
        <p:spPr>
          <a:xfrm>
            <a:off x="1370908" y="6123033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Beat data history</a:t>
            </a:r>
            <a:endParaRPr lang="en-US" sz="1200" dirty="0">
              <a:latin typeface="Outfit" panose="020B0604020202020204" charset="0"/>
            </a:endParaRPr>
          </a:p>
        </p:txBody>
      </p:sp>
      <p:sp>
        <p:nvSpPr>
          <p:cNvPr id="1030" name="Shape 23">
            <a:extLst>
              <a:ext uri="{FF2B5EF4-FFF2-40B4-BE49-F238E27FC236}">
                <a16:creationId xmlns:a16="http://schemas.microsoft.com/office/drawing/2014/main" id="{EE7F6FCF-4D79-2C4C-FBE0-72329FAC7893}"/>
              </a:ext>
            </a:extLst>
          </p:cNvPr>
          <p:cNvSpPr/>
          <p:nvPr/>
        </p:nvSpPr>
        <p:spPr>
          <a:xfrm>
            <a:off x="4353748" y="2027386"/>
            <a:ext cx="3200399" cy="4471069"/>
          </a:xfrm>
          <a:prstGeom prst="roundRect">
            <a:avLst>
              <a:gd name="adj" fmla="val 1905"/>
            </a:avLst>
          </a:prstGeom>
          <a:solidFill>
            <a:srgbClr val="002614"/>
          </a:solidFill>
          <a:ln w="12700">
            <a:solidFill>
              <a:srgbClr val="00BF63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1032" name="Shape 24">
            <a:extLst>
              <a:ext uri="{FF2B5EF4-FFF2-40B4-BE49-F238E27FC236}">
                <a16:creationId xmlns:a16="http://schemas.microsoft.com/office/drawing/2014/main" id="{5662C717-086D-744C-B4CF-3C0CFF7CE7C1}"/>
              </a:ext>
            </a:extLst>
          </p:cNvPr>
          <p:cNvSpPr/>
          <p:nvPr/>
        </p:nvSpPr>
        <p:spPr>
          <a:xfrm>
            <a:off x="4471283" y="2158688"/>
            <a:ext cx="1357884" cy="292608"/>
          </a:xfrm>
          <a:prstGeom prst="roundRect">
            <a:avLst>
              <a:gd name="adj" fmla="val 15625"/>
            </a:avLst>
          </a:prstGeom>
          <a:solidFill>
            <a:srgbClr val="2ECB7E"/>
          </a:solidFill>
          <a:ln/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1034" name="Text 25">
            <a:extLst>
              <a:ext uri="{FF2B5EF4-FFF2-40B4-BE49-F238E27FC236}">
                <a16:creationId xmlns:a16="http://schemas.microsoft.com/office/drawing/2014/main" id="{0588755F-467E-28EF-7169-53CAC0086618}"/>
              </a:ext>
            </a:extLst>
          </p:cNvPr>
          <p:cNvSpPr/>
          <p:nvPr/>
        </p:nvSpPr>
        <p:spPr>
          <a:xfrm>
            <a:off x="4471283" y="2158688"/>
            <a:ext cx="1357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530"/>
                </a:solidFill>
                <a:latin typeface="Outfit" panose="020B0604020202020204" charset="0"/>
                <a:ea typeface="Georgia" pitchFamily="34" charset="-122"/>
                <a:cs typeface="Georgia" pitchFamily="34" charset="-120"/>
              </a:rPr>
              <a:t>Bain/ Palantir</a:t>
            </a:r>
            <a:endParaRPr lang="en-US" sz="1100" dirty="0">
              <a:latin typeface="Outfit" panose="020B0604020202020204" charset="0"/>
            </a:endParaRPr>
          </a:p>
        </p:txBody>
      </p:sp>
      <p:pic>
        <p:nvPicPr>
          <p:cNvPr id="1036" name="Image 3" descr="preencoded.png">
            <a:extLst>
              <a:ext uri="{FF2B5EF4-FFF2-40B4-BE49-F238E27FC236}">
                <a16:creationId xmlns:a16="http://schemas.microsoft.com/office/drawing/2014/main" id="{621668B1-1FE7-AEFE-9CD8-533929F37C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7032" y="2577510"/>
            <a:ext cx="577082" cy="577082"/>
          </a:xfrm>
          <a:prstGeom prst="rect">
            <a:avLst/>
          </a:prstGeom>
        </p:spPr>
      </p:pic>
      <p:sp>
        <p:nvSpPr>
          <p:cNvPr id="1038" name="Text 26">
            <a:extLst>
              <a:ext uri="{FF2B5EF4-FFF2-40B4-BE49-F238E27FC236}">
                <a16:creationId xmlns:a16="http://schemas.microsoft.com/office/drawing/2014/main" id="{A1FCE481-738B-07BC-4178-4E4E91661FCE}"/>
              </a:ext>
            </a:extLst>
          </p:cNvPr>
          <p:cNvSpPr/>
          <p:nvPr/>
        </p:nvSpPr>
        <p:spPr>
          <a:xfrm>
            <a:off x="4484637" y="3476781"/>
            <a:ext cx="3009360" cy="132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5000"/>
              </a:lnSpc>
              <a:spcBef>
                <a:spcPts val="900"/>
              </a:spcBef>
              <a:spcAft>
                <a:spcPts val="600"/>
              </a:spcAft>
              <a:buClr>
                <a:schemeClr val="bg1"/>
              </a:buClr>
              <a:buSzPct val="100000"/>
              <a:buChar char="•"/>
            </a:pPr>
            <a:r>
              <a:rPr lang="en-US" sz="1200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Ingests data and synthesis of conversations from DMS/ SFA &amp; interprets context using AI models, business rules</a:t>
            </a:r>
            <a:endParaRPr lang="en-US" sz="1200" dirty="0">
              <a:latin typeface="Outfit" panose="020B0604020202020204" charset="0"/>
            </a:endParaRPr>
          </a:p>
          <a:p>
            <a:pPr marL="152400" indent="-152400">
              <a:lnSpc>
                <a:spcPct val="95000"/>
              </a:lnSpc>
              <a:spcBef>
                <a:spcPts val="900"/>
              </a:spcBef>
              <a:spcAft>
                <a:spcPts val="600"/>
              </a:spcAft>
              <a:buClr>
                <a:schemeClr val="bg1"/>
              </a:buClr>
              <a:buSzPct val="100000"/>
              <a:buChar char="•"/>
            </a:pPr>
            <a:r>
              <a:rPr lang="en-US" sz="1200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Generates guidance tailored to DSR, outlet</a:t>
            </a:r>
            <a:endParaRPr lang="en-US" sz="1200" dirty="0">
              <a:latin typeface="Outfit" panose="020B0604020202020204" charset="0"/>
            </a:endParaRPr>
          </a:p>
          <a:p>
            <a:pPr marL="152400" indent="-152400">
              <a:lnSpc>
                <a:spcPct val="95000"/>
              </a:lnSpc>
              <a:spcBef>
                <a:spcPts val="900"/>
              </a:spcBef>
              <a:spcAft>
                <a:spcPts val="600"/>
              </a:spcAft>
              <a:buClr>
                <a:schemeClr val="bg1"/>
              </a:buClr>
              <a:buSzPct val="100000"/>
              <a:buChar char="•"/>
            </a:pPr>
            <a:r>
              <a:rPr lang="en-US" sz="1200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Measures and tracks key leading metrics (e.g. adherence to pitch), correlates with outcomes (e.g. lines per store) </a:t>
            </a:r>
          </a:p>
          <a:p>
            <a:pPr marL="152400" indent="-152400">
              <a:lnSpc>
                <a:spcPct val="95000"/>
              </a:lnSpc>
              <a:spcBef>
                <a:spcPts val="900"/>
              </a:spcBef>
              <a:spcAft>
                <a:spcPts val="600"/>
              </a:spcAft>
              <a:buClr>
                <a:schemeClr val="bg1"/>
              </a:buClr>
              <a:buSzPct val="100000"/>
              <a:buChar char="•"/>
            </a:pPr>
            <a:r>
              <a:rPr lang="en-US" sz="1200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Improves continuously with adoption &amp; sales outcomes</a:t>
            </a:r>
          </a:p>
        </p:txBody>
      </p:sp>
      <p:sp>
        <p:nvSpPr>
          <p:cNvPr id="1040" name="Shape 61">
            <a:extLst>
              <a:ext uri="{FF2B5EF4-FFF2-40B4-BE49-F238E27FC236}">
                <a16:creationId xmlns:a16="http://schemas.microsoft.com/office/drawing/2014/main" id="{F0C4AAAE-4A69-97A5-4406-ED2FA054D1C2}"/>
              </a:ext>
            </a:extLst>
          </p:cNvPr>
          <p:cNvSpPr/>
          <p:nvPr/>
        </p:nvSpPr>
        <p:spPr>
          <a:xfrm>
            <a:off x="3917425" y="4176058"/>
            <a:ext cx="274320" cy="219456"/>
          </a:xfrm>
          <a:prstGeom prst="rightArrow">
            <a:avLst/>
          </a:prstGeom>
          <a:solidFill>
            <a:srgbClr val="2ECB7E"/>
          </a:solidFill>
          <a:ln/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1042" name="Shape 62">
            <a:extLst>
              <a:ext uri="{FF2B5EF4-FFF2-40B4-BE49-F238E27FC236}">
                <a16:creationId xmlns:a16="http://schemas.microsoft.com/office/drawing/2014/main" id="{1C7D5169-08FF-6CDD-4B7E-F4E4D3B1AC5A}"/>
              </a:ext>
            </a:extLst>
          </p:cNvPr>
          <p:cNvSpPr/>
          <p:nvPr/>
        </p:nvSpPr>
        <p:spPr>
          <a:xfrm>
            <a:off x="7793786" y="4157938"/>
            <a:ext cx="274320" cy="219456"/>
          </a:xfrm>
          <a:prstGeom prst="rightArrow">
            <a:avLst/>
          </a:prstGeom>
          <a:solidFill>
            <a:srgbClr val="2ECB7E"/>
          </a:solidFill>
          <a:ln/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pic>
        <p:nvPicPr>
          <p:cNvPr id="1044" name="Image 0" descr="preencoded.png">
            <a:extLst>
              <a:ext uri="{FF2B5EF4-FFF2-40B4-BE49-F238E27FC236}">
                <a16:creationId xmlns:a16="http://schemas.microsoft.com/office/drawing/2014/main" id="{AE6BBEB0-0BE3-9B3A-B5A0-8D76AEA2F6A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2ECB7E"/>
              </a:clrFrom>
              <a:clrTo>
                <a:srgbClr val="2ECB7E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 l="9970" t="62343" r="1"/>
          <a:stretch>
            <a:fillRect/>
          </a:stretch>
        </p:blipFill>
        <p:spPr>
          <a:xfrm>
            <a:off x="1167236" y="2783256"/>
            <a:ext cx="493526" cy="227261"/>
          </a:xfrm>
          <a:prstGeom prst="rect">
            <a:avLst/>
          </a:prstGeom>
        </p:spPr>
      </p:pic>
      <p:sp>
        <p:nvSpPr>
          <p:cNvPr id="1046" name="Shape 60">
            <a:extLst>
              <a:ext uri="{FF2B5EF4-FFF2-40B4-BE49-F238E27FC236}">
                <a16:creationId xmlns:a16="http://schemas.microsoft.com/office/drawing/2014/main" id="{BA134BAE-3B89-FF44-4F7E-649AF2A5E42B}"/>
              </a:ext>
            </a:extLst>
          </p:cNvPr>
          <p:cNvSpPr/>
          <p:nvPr/>
        </p:nvSpPr>
        <p:spPr>
          <a:xfrm rot="5400000">
            <a:off x="2042622" y="4922636"/>
            <a:ext cx="274320" cy="219456"/>
          </a:xfrm>
          <a:prstGeom prst="rightArrow">
            <a:avLst/>
          </a:prstGeom>
          <a:solidFill>
            <a:srgbClr val="2ECB7E"/>
          </a:solidFill>
          <a:ln/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1048" name="Shape 23">
            <a:extLst>
              <a:ext uri="{FF2B5EF4-FFF2-40B4-BE49-F238E27FC236}">
                <a16:creationId xmlns:a16="http://schemas.microsoft.com/office/drawing/2014/main" id="{2F2B043D-E43C-0DBE-ABBC-B4BD044FC546}"/>
              </a:ext>
            </a:extLst>
          </p:cNvPr>
          <p:cNvSpPr/>
          <p:nvPr/>
        </p:nvSpPr>
        <p:spPr>
          <a:xfrm>
            <a:off x="8250043" y="2027392"/>
            <a:ext cx="3200399" cy="839349"/>
          </a:xfrm>
          <a:prstGeom prst="roundRect">
            <a:avLst>
              <a:gd name="adj" fmla="val 1905"/>
            </a:avLst>
          </a:prstGeom>
          <a:solidFill>
            <a:srgbClr val="002614"/>
          </a:solidFill>
          <a:ln w="12700">
            <a:solidFill>
              <a:srgbClr val="00BF63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1050" name="Text 26">
            <a:extLst>
              <a:ext uri="{FF2B5EF4-FFF2-40B4-BE49-F238E27FC236}">
                <a16:creationId xmlns:a16="http://schemas.microsoft.com/office/drawing/2014/main" id="{7B2F3C64-1819-75D8-3F25-7445FBC34ECE}"/>
              </a:ext>
            </a:extLst>
          </p:cNvPr>
          <p:cNvSpPr/>
          <p:nvPr/>
        </p:nvSpPr>
        <p:spPr>
          <a:xfrm>
            <a:off x="8380932" y="2183559"/>
            <a:ext cx="3009360" cy="56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1200" b="1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Field sales Copilot</a:t>
            </a:r>
            <a:r>
              <a:rPr lang="en-US" sz="1200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 – Provides inputs for DSRs  for field sales conversations basis historical conversation/ sales context</a:t>
            </a:r>
          </a:p>
        </p:txBody>
      </p:sp>
      <p:sp>
        <p:nvSpPr>
          <p:cNvPr id="1052" name="Shape 23">
            <a:extLst>
              <a:ext uri="{FF2B5EF4-FFF2-40B4-BE49-F238E27FC236}">
                <a16:creationId xmlns:a16="http://schemas.microsoft.com/office/drawing/2014/main" id="{E47E2456-EB22-9C6A-4D1B-085EFBEE405E}"/>
              </a:ext>
            </a:extLst>
          </p:cNvPr>
          <p:cNvSpPr/>
          <p:nvPr/>
        </p:nvSpPr>
        <p:spPr>
          <a:xfrm>
            <a:off x="8250043" y="2954936"/>
            <a:ext cx="3200399" cy="839349"/>
          </a:xfrm>
          <a:prstGeom prst="roundRect">
            <a:avLst>
              <a:gd name="adj" fmla="val 1905"/>
            </a:avLst>
          </a:prstGeom>
          <a:solidFill>
            <a:srgbClr val="002614"/>
          </a:solidFill>
          <a:ln w="12700">
            <a:solidFill>
              <a:srgbClr val="00BF63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1054" name="Text 26">
            <a:extLst>
              <a:ext uri="{FF2B5EF4-FFF2-40B4-BE49-F238E27FC236}">
                <a16:creationId xmlns:a16="http://schemas.microsoft.com/office/drawing/2014/main" id="{EF00401E-1786-C9F6-6EFF-515B41F83809}"/>
              </a:ext>
            </a:extLst>
          </p:cNvPr>
          <p:cNvSpPr/>
          <p:nvPr/>
        </p:nvSpPr>
        <p:spPr>
          <a:xfrm>
            <a:off x="8380932" y="3217766"/>
            <a:ext cx="3009360" cy="38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1200" b="1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Pitch tracker – </a:t>
            </a:r>
            <a:r>
              <a:rPr lang="en-US" sz="1200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Tracks adherence to recommended talk track</a:t>
            </a:r>
          </a:p>
        </p:txBody>
      </p:sp>
      <p:sp>
        <p:nvSpPr>
          <p:cNvPr id="1056" name="Shape 23">
            <a:extLst>
              <a:ext uri="{FF2B5EF4-FFF2-40B4-BE49-F238E27FC236}">
                <a16:creationId xmlns:a16="http://schemas.microsoft.com/office/drawing/2014/main" id="{9B369DA4-3421-CBBC-7F7A-BF4B96D867A6}"/>
              </a:ext>
            </a:extLst>
          </p:cNvPr>
          <p:cNvSpPr/>
          <p:nvPr/>
        </p:nvSpPr>
        <p:spPr>
          <a:xfrm>
            <a:off x="8250043" y="3901538"/>
            <a:ext cx="3200399" cy="839349"/>
          </a:xfrm>
          <a:prstGeom prst="roundRect">
            <a:avLst>
              <a:gd name="adj" fmla="val 1905"/>
            </a:avLst>
          </a:prstGeom>
          <a:solidFill>
            <a:srgbClr val="002614"/>
          </a:solidFill>
          <a:ln w="12700">
            <a:solidFill>
              <a:srgbClr val="00BF63"/>
            </a:solidFill>
            <a:prstDash val="solid"/>
          </a:ln>
          <a:effectLst>
            <a:outerShdw blurRad="889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1058" name="Text 26">
            <a:extLst>
              <a:ext uri="{FF2B5EF4-FFF2-40B4-BE49-F238E27FC236}">
                <a16:creationId xmlns:a16="http://schemas.microsoft.com/office/drawing/2014/main" id="{E92E018B-54C8-3633-F506-403D64DA84FE}"/>
              </a:ext>
            </a:extLst>
          </p:cNvPr>
          <p:cNvSpPr/>
          <p:nvPr/>
        </p:nvSpPr>
        <p:spPr>
          <a:xfrm>
            <a:off x="8380932" y="4048561"/>
            <a:ext cx="3009360" cy="56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1200" b="1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Executive chatbot – </a:t>
            </a:r>
            <a:r>
              <a:rPr lang="en-US" sz="1200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Provides real-time visibility on feedback from field – product quality, pricing, availability, positioning </a:t>
            </a:r>
          </a:p>
        </p:txBody>
      </p:sp>
      <p:sp>
        <p:nvSpPr>
          <p:cNvPr id="1060" name="Shape 6">
            <a:extLst>
              <a:ext uri="{FF2B5EF4-FFF2-40B4-BE49-F238E27FC236}">
                <a16:creationId xmlns:a16="http://schemas.microsoft.com/office/drawing/2014/main" id="{AFA23161-1B62-2875-08B8-9446918C2F2D}"/>
              </a:ext>
            </a:extLst>
          </p:cNvPr>
          <p:cNvSpPr/>
          <p:nvPr/>
        </p:nvSpPr>
        <p:spPr>
          <a:xfrm>
            <a:off x="8244258" y="5241988"/>
            <a:ext cx="1417320" cy="0"/>
          </a:xfrm>
          <a:prstGeom prst="line">
            <a:avLst/>
          </a:prstGeom>
          <a:noFill/>
          <a:ln w="19050">
            <a:solidFill>
              <a:srgbClr val="2ECB7E"/>
            </a:solidFill>
            <a:prstDash val="solid"/>
          </a:ln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1062" name="Text 26">
            <a:extLst>
              <a:ext uri="{FF2B5EF4-FFF2-40B4-BE49-F238E27FC236}">
                <a16:creationId xmlns:a16="http://schemas.microsoft.com/office/drawing/2014/main" id="{E61CB656-8021-1991-E59F-14F606B5870D}"/>
              </a:ext>
            </a:extLst>
          </p:cNvPr>
          <p:cNvSpPr/>
          <p:nvPr/>
        </p:nvSpPr>
        <p:spPr>
          <a:xfrm>
            <a:off x="9259718" y="5540095"/>
            <a:ext cx="2170129" cy="23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1200" b="1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Increase in lines per store</a:t>
            </a:r>
            <a:endParaRPr lang="en-US" sz="1200" dirty="0">
              <a:solidFill>
                <a:srgbClr val="F4F1E8"/>
              </a:solidFill>
              <a:latin typeface="Outfit" panose="020B060402020202020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64" name="Google Shape;388;p33">
            <a:extLst>
              <a:ext uri="{FF2B5EF4-FFF2-40B4-BE49-F238E27FC236}">
                <a16:creationId xmlns:a16="http://schemas.microsoft.com/office/drawing/2014/main" id="{D6BEE956-02B3-46F8-B555-4F7698BAEE83}"/>
              </a:ext>
            </a:extLst>
          </p:cNvPr>
          <p:cNvSpPr/>
          <p:nvPr/>
        </p:nvSpPr>
        <p:spPr>
          <a:xfrm>
            <a:off x="8379003" y="5274744"/>
            <a:ext cx="952200" cy="6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801"/>
              <a:buFont typeface="Roboto"/>
              <a:buNone/>
            </a:pPr>
            <a:r>
              <a:rPr lang="en-US" sz="2801" dirty="0">
                <a:solidFill>
                  <a:srgbClr val="00BF63"/>
                </a:solidFill>
                <a:latin typeface="Outfit" panose="020B0604020202020204" charset="0"/>
                <a:ea typeface="Outfit SemiBold"/>
                <a:cs typeface="Outfit SemiBold"/>
                <a:sym typeface="Outfit SemiBold"/>
              </a:rPr>
              <a:t>15%+</a:t>
            </a:r>
            <a:endParaRPr sz="2801" dirty="0">
              <a:solidFill>
                <a:srgbClr val="00BF63"/>
              </a:solidFill>
              <a:latin typeface="Outfit" panose="020B0604020202020204" charset="0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066" name="Text 26">
            <a:extLst>
              <a:ext uri="{FF2B5EF4-FFF2-40B4-BE49-F238E27FC236}">
                <a16:creationId xmlns:a16="http://schemas.microsoft.com/office/drawing/2014/main" id="{830C806A-DE98-9823-9CD0-BE1E5578F088}"/>
              </a:ext>
            </a:extLst>
          </p:cNvPr>
          <p:cNvSpPr/>
          <p:nvPr/>
        </p:nvSpPr>
        <p:spPr>
          <a:xfrm>
            <a:off x="9259718" y="6130547"/>
            <a:ext cx="2170129" cy="23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SzPct val="100000"/>
            </a:pPr>
            <a:r>
              <a:rPr lang="en-US" sz="1200" b="1" dirty="0">
                <a:solidFill>
                  <a:srgbClr val="F4F1E8"/>
                </a:solidFill>
                <a:latin typeface="Outfit" panose="020B0604020202020204" charset="0"/>
                <a:ea typeface="Calibri" pitchFamily="34" charset="-122"/>
                <a:cs typeface="Calibri" pitchFamily="34" charset="-120"/>
              </a:rPr>
              <a:t>Increase in sales per store</a:t>
            </a:r>
            <a:endParaRPr lang="en-US" sz="1200" dirty="0">
              <a:solidFill>
                <a:srgbClr val="F4F1E8"/>
              </a:solidFill>
              <a:latin typeface="Outfit" panose="020B060402020202020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68" name="Google Shape;388;p33">
            <a:extLst>
              <a:ext uri="{FF2B5EF4-FFF2-40B4-BE49-F238E27FC236}">
                <a16:creationId xmlns:a16="http://schemas.microsoft.com/office/drawing/2014/main" id="{A37776BE-8FF8-1D4D-B9AE-0C24DD5BEC08}"/>
              </a:ext>
            </a:extLst>
          </p:cNvPr>
          <p:cNvSpPr/>
          <p:nvPr/>
        </p:nvSpPr>
        <p:spPr>
          <a:xfrm>
            <a:off x="8379003" y="5865196"/>
            <a:ext cx="952200" cy="6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63"/>
              </a:buClr>
              <a:buSzPts val="2801"/>
              <a:buFont typeface="Roboto"/>
              <a:buNone/>
            </a:pPr>
            <a:r>
              <a:rPr lang="en-US" sz="2801" dirty="0">
                <a:solidFill>
                  <a:srgbClr val="00BF63"/>
                </a:solidFill>
                <a:latin typeface="Outfit" panose="020B0604020202020204" charset="0"/>
                <a:ea typeface="Outfit SemiBold"/>
                <a:cs typeface="Outfit SemiBold"/>
                <a:sym typeface="Outfit SemiBold"/>
              </a:rPr>
              <a:t>20%+</a:t>
            </a:r>
            <a:endParaRPr sz="2801" dirty="0">
              <a:solidFill>
                <a:srgbClr val="00BF63"/>
              </a:solidFill>
              <a:latin typeface="Outfit" panose="020B0604020202020204" charset="0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1071" name="Text 3">
            <a:extLst>
              <a:ext uri="{FF2B5EF4-FFF2-40B4-BE49-F238E27FC236}">
                <a16:creationId xmlns:a16="http://schemas.microsoft.com/office/drawing/2014/main" id="{4C97080B-90AC-8494-4996-BB9EF5860A66}"/>
              </a:ext>
            </a:extLst>
          </p:cNvPr>
          <p:cNvSpPr/>
          <p:nvPr/>
        </p:nvSpPr>
        <p:spPr>
          <a:xfrm>
            <a:off x="8229448" y="152446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CB7E"/>
                </a:solidFill>
                <a:latin typeface="Outfit" panose="020B0604020202020204" charset="0"/>
                <a:ea typeface="Georgia" pitchFamily="34" charset="-122"/>
                <a:cs typeface="Georgia" pitchFamily="34" charset="-120"/>
              </a:rPr>
              <a:t>Outputs</a:t>
            </a:r>
            <a:endParaRPr lang="en-US" sz="1500" dirty="0">
              <a:latin typeface="Outfit" panose="020B0604020202020204" charset="0"/>
            </a:endParaRPr>
          </a:p>
        </p:txBody>
      </p:sp>
      <p:sp>
        <p:nvSpPr>
          <p:cNvPr id="1072" name="Text 3">
            <a:extLst>
              <a:ext uri="{FF2B5EF4-FFF2-40B4-BE49-F238E27FC236}">
                <a16:creationId xmlns:a16="http://schemas.microsoft.com/office/drawing/2014/main" id="{91D988DB-6C9C-C22B-4E6B-1862C5F490DE}"/>
              </a:ext>
            </a:extLst>
          </p:cNvPr>
          <p:cNvSpPr/>
          <p:nvPr/>
        </p:nvSpPr>
        <p:spPr>
          <a:xfrm>
            <a:off x="8229448" y="4853189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CB7E"/>
                </a:solidFill>
                <a:latin typeface="Outfit" panose="020B0604020202020204" charset="0"/>
                <a:ea typeface="Georgia" pitchFamily="34" charset="-122"/>
                <a:cs typeface="Georgia" pitchFamily="34" charset="-120"/>
              </a:rPr>
              <a:t>Outcomes</a:t>
            </a:r>
            <a:endParaRPr lang="en-US" sz="1500" dirty="0">
              <a:latin typeface="Outfit" panose="020B0604020202020204" charset="0"/>
            </a:endParaRPr>
          </a:p>
        </p:txBody>
      </p:sp>
      <p:sp>
        <p:nvSpPr>
          <p:cNvPr id="1076" name="Google Shape;395;p33">
            <a:extLst>
              <a:ext uri="{FF2B5EF4-FFF2-40B4-BE49-F238E27FC236}">
                <a16:creationId xmlns:a16="http://schemas.microsoft.com/office/drawing/2014/main" id="{7EA558C8-9CB8-687D-452E-83912BB410EF}"/>
              </a:ext>
            </a:extLst>
          </p:cNvPr>
          <p:cNvSpPr txBox="1"/>
          <p:nvPr/>
        </p:nvSpPr>
        <p:spPr>
          <a:xfrm>
            <a:off x="384224" y="611100"/>
            <a:ext cx="11128071" cy="838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Case study (1/2) – Leading FMCG Co.</a:t>
            </a:r>
            <a:br>
              <a:rPr lang="en-US" sz="1900" dirty="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lang="en-US" sz="1800" dirty="0">
                <a:solidFill>
                  <a:srgbClr val="00BF6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Rollout at leading FMCG Co. in partnership with Bain &amp; Company and Palantir </a:t>
            </a:r>
            <a:endParaRPr sz="1800" dirty="0">
              <a:solidFill>
                <a:srgbClr val="00BF63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53226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9">
          <a:extLst>
            <a:ext uri="{FF2B5EF4-FFF2-40B4-BE49-F238E27FC236}">
              <a16:creationId xmlns:a16="http://schemas.microsoft.com/office/drawing/2014/main" id="{4D169589-8FE2-969E-7F50-B87F51C5E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2" title="DSC0229306.png">
            <a:extLst>
              <a:ext uri="{FF2B5EF4-FFF2-40B4-BE49-F238E27FC236}">
                <a16:creationId xmlns:a16="http://schemas.microsoft.com/office/drawing/2014/main" id="{7FF51A0D-A1BA-C635-04E4-7ED699CB6C27}"/>
              </a:ext>
            </a:extLst>
          </p:cNvPr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-4500001">
            <a:off x="6588589" y="566723"/>
            <a:ext cx="6496549" cy="432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D96B06FA-A679-4937-1A2E-852EB4F28E4D}"/>
              </a:ext>
            </a:extLst>
          </p:cNvPr>
          <p:cNvSpPr/>
          <p:nvPr/>
        </p:nvSpPr>
        <p:spPr>
          <a:xfrm rot="5400000">
            <a:off x="446093" y="-750"/>
            <a:ext cx="687300" cy="688800"/>
          </a:xfrm>
          <a:prstGeom prst="rect">
            <a:avLst/>
          </a:prstGeom>
          <a:gradFill>
            <a:gsLst>
              <a:gs pos="0">
                <a:srgbClr val="15FF68"/>
              </a:gs>
              <a:gs pos="68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da"/>
              <a:ea typeface="Mada"/>
              <a:cs typeface="Mada"/>
              <a:sym typeface="Mada"/>
            </a:endParaRPr>
          </a:p>
        </p:txBody>
      </p:sp>
      <p:sp>
        <p:nvSpPr>
          <p:cNvPr id="1076" name="Google Shape;395;p33">
            <a:extLst>
              <a:ext uri="{FF2B5EF4-FFF2-40B4-BE49-F238E27FC236}">
                <a16:creationId xmlns:a16="http://schemas.microsoft.com/office/drawing/2014/main" id="{BFC38057-4B5E-6BD1-8F26-196D15F6163C}"/>
              </a:ext>
            </a:extLst>
          </p:cNvPr>
          <p:cNvSpPr txBox="1"/>
          <p:nvPr/>
        </p:nvSpPr>
        <p:spPr>
          <a:xfrm>
            <a:off x="384224" y="611100"/>
            <a:ext cx="11128071" cy="838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Case study (1/2) – Leading FMCG Co.</a:t>
            </a:r>
            <a:br>
              <a:rPr lang="en-US" sz="1900" dirty="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lang="en-US" sz="1800" dirty="0">
                <a:solidFill>
                  <a:srgbClr val="00BF6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Example output from a sales conversation</a:t>
            </a:r>
            <a:endParaRPr sz="1800" dirty="0">
              <a:solidFill>
                <a:srgbClr val="00BF63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3" name="Google Shape;54;p13">
            <a:extLst>
              <a:ext uri="{FF2B5EF4-FFF2-40B4-BE49-F238E27FC236}">
                <a16:creationId xmlns:a16="http://schemas.microsoft.com/office/drawing/2014/main" id="{434B923B-F3A6-F4E4-1D1E-6AAF170D97A9}"/>
              </a:ext>
            </a:extLst>
          </p:cNvPr>
          <p:cNvSpPr txBox="1"/>
          <p:nvPr/>
        </p:nvSpPr>
        <p:spPr>
          <a:xfrm>
            <a:off x="485153" y="1819656"/>
            <a:ext cx="5467070" cy="4139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00BF63"/>
                </a:solidFill>
                <a:latin typeface="Outfit" panose="020B0604020202020204" charset="0"/>
              </a:rPr>
              <a:t>**What was pitched**</a:t>
            </a:r>
            <a:endParaRPr sz="1100" b="1" dirty="0">
              <a:solidFill>
                <a:srgbClr val="00BF63"/>
              </a:solidFill>
              <a:latin typeface="Outfi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Outfit" panose="020B0604020202020204" charset="0"/>
              </a:rPr>
              <a:t>- Txx Sxxx masalas: haldi, mirch, dhaniya, hing (₹6.40/piece scheme on ₹10 packs)</a:t>
            </a:r>
            <a:endParaRPr sz="1100" dirty="0">
              <a:solidFill>
                <a:schemeClr val="bg1"/>
              </a:solidFill>
              <a:latin typeface="Outfi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Outfit" panose="020B0604020202020204" charset="0"/>
              </a:rPr>
              <a:t>- Cxxx's range: Schezwan chutney, Hakka noodles, fried rice masala, Manchurian masala, pasta masala, peri peri</a:t>
            </a:r>
            <a:endParaRPr sz="1100" dirty="0">
              <a:solidFill>
                <a:schemeClr val="bg1"/>
              </a:solidFill>
              <a:latin typeface="Outfi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Outfit" panose="020B0604020202020204" charset="0"/>
              </a:rPr>
              <a:t>- Oxxx: green tulsi tea with honey free, pink salt, coconut oil, ghee, jaggery powder</a:t>
            </a:r>
            <a:endParaRPr sz="1100" dirty="0">
              <a:solidFill>
                <a:schemeClr val="bg1"/>
              </a:solidFill>
              <a:latin typeface="Outfi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Outfit" panose="020B0604020202020204" charset="0"/>
              </a:rPr>
              <a:t>- Sxxx Rxxx Bxxx wafers (₹5 retail, ₹122 for 2 boxes scheme)</a:t>
            </a:r>
            <a:endParaRPr sz="1100" dirty="0">
              <a:solidFill>
                <a:schemeClr val="bg1"/>
              </a:solidFill>
              <a:latin typeface="Outfi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Outfit" panose="020B0604020202020204" charset="0"/>
              </a:rPr>
              <a:t>- Txxx Sxxx pulses: toor dal, rajma chitra, moong dal, besan</a:t>
            </a:r>
            <a:endParaRPr sz="1100" dirty="0">
              <a:solidFill>
                <a:schemeClr val="bg1"/>
              </a:solidFill>
              <a:latin typeface="Outfi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Outfit" panose="020B0604020202020204" charset="0"/>
              </a:rPr>
              <a:t>- Sxxx ginger garlic paste (₹47 MRP at ₹29-30 on 12 pieces)</a:t>
            </a:r>
            <a:endParaRPr sz="1100" dirty="0">
              <a:solidFill>
                <a:schemeClr val="bg1"/>
              </a:solidFill>
              <a:latin typeface="Outfi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100" dirty="0">
              <a:solidFill>
                <a:schemeClr val="bg1"/>
              </a:solidFill>
              <a:latin typeface="Outfi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1100" dirty="0">
              <a:solidFill>
                <a:srgbClr val="00BF63"/>
              </a:solidFill>
              <a:latin typeface="Outfi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00BF63"/>
                </a:solidFill>
                <a:latin typeface="Outfit" panose="020B0604020202020204" charset="0"/>
              </a:rPr>
              <a:t>**What was asked**</a:t>
            </a:r>
            <a:endParaRPr sz="1100" dirty="0">
              <a:solidFill>
                <a:srgbClr val="00BF63"/>
              </a:solidFill>
              <a:latin typeface="Outfi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Outfit" panose="020B0604020202020204" charset="0"/>
              </a:rPr>
              <a:t>- Better margins on products</a:t>
            </a:r>
            <a:endParaRPr sz="1100" dirty="0">
              <a:solidFill>
                <a:schemeClr val="bg1"/>
              </a:solidFill>
              <a:latin typeface="Outfi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Outfit" panose="020B0604020202020204" charset="0"/>
              </a:rPr>
              <a:t>- Faster delivery and supply consistency</a:t>
            </a:r>
            <a:endParaRPr sz="1100" dirty="0">
              <a:solidFill>
                <a:schemeClr val="bg1"/>
              </a:solidFill>
              <a:latin typeface="Outfi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Outfit" panose="020B0604020202020204" charset="0"/>
              </a:rPr>
              <a:t>- Proper address and phone numbers for delivery</a:t>
            </a:r>
            <a:endParaRPr sz="1100" dirty="0">
              <a:solidFill>
                <a:schemeClr val="bg1"/>
              </a:solidFill>
              <a:latin typeface="Outfi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Outfit" panose="020B0604020202020204" charset="0"/>
              </a:rPr>
              <a:t>- Scheme details on various products</a:t>
            </a:r>
            <a:endParaRPr sz="1100" dirty="0">
              <a:solidFill>
                <a:schemeClr val="bg1"/>
              </a:solidFill>
              <a:latin typeface="Outfi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  <a:latin typeface="Outfit" panose="020B0604020202020204" charset="0"/>
              </a:rPr>
              <a:t>- Competitor pricing comparisons</a:t>
            </a:r>
            <a:endParaRPr sz="1100" dirty="0">
              <a:solidFill>
                <a:schemeClr val="bg1"/>
              </a:solidFill>
              <a:latin typeface="Outfit" panose="020B0604020202020204" charset="0"/>
            </a:endParaRPr>
          </a:p>
        </p:txBody>
      </p:sp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64791B1E-D282-8A88-6384-D8450C8A1138}"/>
              </a:ext>
            </a:extLst>
          </p:cNvPr>
          <p:cNvSpPr txBox="1"/>
          <p:nvPr/>
        </p:nvSpPr>
        <p:spPr>
          <a:xfrm>
            <a:off x="6245873" y="1764792"/>
            <a:ext cx="5467070" cy="4785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rgbClr val="00BF63"/>
                </a:solidFill>
                <a:latin typeface="Outfit" panose="020B0604020202020204" charset="0"/>
              </a:rPr>
              <a:t>**What worked**</a:t>
            </a: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- Jain Provision Store placed large order (₹16,000+) including Oxxx products, masalas, pulses, </a:t>
            </a:r>
            <a:r>
              <a:rPr lang="en-US" sz="1100" dirty="0" err="1">
                <a:solidFill>
                  <a:schemeClr val="bg1"/>
                </a:solidFill>
                <a:latin typeface="Outfit" panose="020B0604020202020204" charset="0"/>
              </a:rPr>
              <a:t>Schezwan</a:t>
            </a: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 chutney</a:t>
            </a: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- Retailers responded positively to Ragi Bites wafer samples</a:t>
            </a: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- Scheme pricing on masalas (₹6.40 for ₹10 MRP) attracted interest</a:t>
            </a: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- Oxxx green tea with free honey offer well received</a:t>
            </a:r>
          </a:p>
          <a:p>
            <a:pPr lvl="0">
              <a:spcBef>
                <a:spcPts val="600"/>
              </a:spcBef>
            </a:pPr>
            <a:endParaRPr lang="en-US" sz="1100" dirty="0">
              <a:solidFill>
                <a:schemeClr val="bg1"/>
              </a:solidFill>
              <a:latin typeface="Outfit" panose="020B0604020202020204" charset="0"/>
            </a:endParaRP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rgbClr val="00BF63"/>
                </a:solidFill>
                <a:latin typeface="Outfit" panose="020B0604020202020204" charset="0"/>
              </a:rPr>
              <a:t>**What didn't work**</a:t>
            </a: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- Delivery delays at </a:t>
            </a:r>
            <a:r>
              <a:rPr lang="en-US" sz="1100" dirty="0" err="1">
                <a:solidFill>
                  <a:schemeClr val="bg1"/>
                </a:solidFill>
                <a:latin typeface="Outfit" panose="020B0604020202020204" charset="0"/>
              </a:rPr>
              <a:t>Deepchand</a:t>
            </a: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 store (5 days pending) causing retailer anger</a:t>
            </a: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- Multiple order cancellations due to incorrect addresses/phone numbers</a:t>
            </a: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- Sharma General Store declined most products, only took small order</a:t>
            </a: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- Price resistance on premium products like Oxxx </a:t>
            </a:r>
            <a:r>
              <a:rPr lang="en-US" sz="1100" dirty="0" err="1">
                <a:solidFill>
                  <a:schemeClr val="bg1"/>
                </a:solidFill>
                <a:latin typeface="Outfit" panose="020B0604020202020204" charset="0"/>
              </a:rPr>
              <a:t>Mxxx</a:t>
            </a: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 tea (₹190 vs ₹244 MRP)</a:t>
            </a: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- Several retailers cited </a:t>
            </a:r>
            <a:r>
              <a:rPr lang="en-US" sz="1100" dirty="0" err="1">
                <a:solidFill>
                  <a:schemeClr val="bg1"/>
                </a:solidFill>
                <a:latin typeface="Outfit" panose="020B0604020202020204" charset="0"/>
              </a:rPr>
              <a:t>Rxxx</a:t>
            </a: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 and </a:t>
            </a:r>
            <a:r>
              <a:rPr lang="en-US" sz="1100" dirty="0" err="1">
                <a:solidFill>
                  <a:schemeClr val="bg1"/>
                </a:solidFill>
                <a:latin typeface="Outfit" panose="020B0604020202020204" charset="0"/>
              </a:rPr>
              <a:t>Mxxx</a:t>
            </a: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 as cheaper alternatives for masalas</a:t>
            </a:r>
          </a:p>
          <a:p>
            <a:pPr lvl="0">
              <a:spcBef>
                <a:spcPts val="600"/>
              </a:spcBef>
            </a:pPr>
            <a:endParaRPr lang="en-US" sz="1100" dirty="0">
              <a:solidFill>
                <a:schemeClr val="bg1"/>
              </a:solidFill>
              <a:latin typeface="Outfit" panose="020B0604020202020204" charset="0"/>
            </a:endParaRP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rgbClr val="00BF63"/>
                </a:solidFill>
                <a:latin typeface="Outfit" panose="020B0604020202020204" charset="0"/>
              </a:rPr>
              <a:t>**Follow-ups**</a:t>
            </a: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- Resolve </a:t>
            </a:r>
            <a:r>
              <a:rPr lang="en-US" sz="1100" dirty="0" err="1">
                <a:solidFill>
                  <a:schemeClr val="bg1"/>
                </a:solidFill>
                <a:latin typeface="Outfit" panose="020B0604020202020204" charset="0"/>
              </a:rPr>
              <a:t>Deepchand</a:t>
            </a: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Outfit" panose="020B0604020202020204" charset="0"/>
              </a:rPr>
              <a:t>Kalyanpuri</a:t>
            </a: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 delivery (5 </a:t>
            </a:r>
            <a:r>
              <a:rPr lang="en-US" sz="1100" dirty="0" err="1">
                <a:solidFill>
                  <a:schemeClr val="bg1"/>
                </a:solidFill>
                <a:latin typeface="Outfit" panose="020B0604020202020204" charset="0"/>
              </a:rPr>
              <a:t>peti</a:t>
            </a: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 chutney + 5 </a:t>
            </a:r>
            <a:r>
              <a:rPr lang="en-US" sz="1100" dirty="0" err="1">
                <a:solidFill>
                  <a:schemeClr val="bg1"/>
                </a:solidFill>
                <a:latin typeface="Outfit" panose="020B0604020202020204" charset="0"/>
              </a:rPr>
              <a:t>peti</a:t>
            </a: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 fried rice pending)</a:t>
            </a: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- Correct outlet addresses in SFA system for smooth delivery</a:t>
            </a: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- Supply shortage issues to be addressed (</a:t>
            </a:r>
            <a:r>
              <a:rPr lang="en-US" sz="1100" dirty="0" err="1">
                <a:solidFill>
                  <a:schemeClr val="bg1"/>
                </a:solidFill>
                <a:latin typeface="Outfit" panose="020B0604020202020204" charset="0"/>
              </a:rPr>
              <a:t>hing</a:t>
            </a: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, </a:t>
            </a:r>
            <a:r>
              <a:rPr lang="en-US" sz="1100" dirty="0" err="1">
                <a:solidFill>
                  <a:schemeClr val="bg1"/>
                </a:solidFill>
                <a:latin typeface="Outfit" panose="020B0604020202020204" charset="0"/>
              </a:rPr>
              <a:t>arhar</a:t>
            </a: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 dal out of stock)</a:t>
            </a:r>
          </a:p>
          <a:p>
            <a:pPr lvl="0">
              <a:spcBef>
                <a:spcPts val="600"/>
              </a:spcBef>
            </a:pPr>
            <a:r>
              <a:rPr lang="en-US" sz="1100" dirty="0">
                <a:solidFill>
                  <a:schemeClr val="bg1"/>
                </a:solidFill>
                <a:latin typeface="Outfit" panose="020B0604020202020204" charset="0"/>
              </a:rPr>
              <a:t>- Retailer app download and scanning to be completed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40B657-14CC-2A1C-F09C-9CAE08BD304A}"/>
              </a:ext>
            </a:extLst>
          </p:cNvPr>
          <p:cNvSpPr/>
          <p:nvPr/>
        </p:nvSpPr>
        <p:spPr>
          <a:xfrm>
            <a:off x="506149" y="1890471"/>
            <a:ext cx="1581885" cy="319030"/>
          </a:xfrm>
          <a:prstGeom prst="rect">
            <a:avLst/>
          </a:prstGeom>
          <a:noFill/>
          <a:ln>
            <a:solidFill>
              <a:srgbClr val="00BF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7069ED3-2B3F-F818-C824-EDF631735BC5}"/>
              </a:ext>
            </a:extLst>
          </p:cNvPr>
          <p:cNvCxnSpPr/>
          <p:nvPr/>
        </p:nvCxnSpPr>
        <p:spPr>
          <a:xfrm flipV="1">
            <a:off x="2088034" y="1819656"/>
            <a:ext cx="1011782" cy="246888"/>
          </a:xfrm>
          <a:prstGeom prst="bentConnector3">
            <a:avLst/>
          </a:prstGeom>
          <a:ln>
            <a:solidFill>
              <a:srgbClr val="00BF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B98A54F-C497-C94A-075D-F98063863D7F}"/>
              </a:ext>
            </a:extLst>
          </p:cNvPr>
          <p:cNvSpPr/>
          <p:nvPr/>
        </p:nvSpPr>
        <p:spPr>
          <a:xfrm>
            <a:off x="3132628" y="1555342"/>
            <a:ext cx="1722845" cy="513801"/>
          </a:xfrm>
          <a:prstGeom prst="rect">
            <a:avLst/>
          </a:prstGeom>
          <a:noFill/>
          <a:ln w="9525">
            <a:solidFill>
              <a:srgbClr val="00BF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Outfit" panose="020B0604020202020204" charset="0"/>
              </a:rPr>
              <a:t>Custom fields based on what FMCG Co. wanted reps to talk about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57FD7C-6B7E-BF75-F121-2ABD0AF9AFF1}"/>
              </a:ext>
            </a:extLst>
          </p:cNvPr>
          <p:cNvSpPr/>
          <p:nvPr/>
        </p:nvSpPr>
        <p:spPr>
          <a:xfrm>
            <a:off x="629561" y="3532000"/>
            <a:ext cx="1572804" cy="319030"/>
          </a:xfrm>
          <a:prstGeom prst="rect">
            <a:avLst/>
          </a:prstGeom>
          <a:noFill/>
          <a:ln>
            <a:solidFill>
              <a:srgbClr val="00BF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34DAB7E-C876-32D6-69E2-4A12A4C5E570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2098300" y="3168693"/>
            <a:ext cx="319178" cy="1683852"/>
          </a:xfrm>
          <a:prstGeom prst="bentConnector2">
            <a:avLst/>
          </a:prstGeom>
          <a:ln>
            <a:solidFill>
              <a:srgbClr val="00BF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4D97DBF-436A-AE05-84C4-4E788DD93577}"/>
              </a:ext>
            </a:extLst>
          </p:cNvPr>
          <p:cNvSpPr/>
          <p:nvPr/>
        </p:nvSpPr>
        <p:spPr>
          <a:xfrm>
            <a:off x="3132628" y="3905894"/>
            <a:ext cx="1722845" cy="513801"/>
          </a:xfrm>
          <a:prstGeom prst="rect">
            <a:avLst/>
          </a:prstGeom>
          <a:noFill/>
          <a:ln w="9525">
            <a:solidFill>
              <a:srgbClr val="00BF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Outfit" panose="020B0604020202020204" charset="0"/>
              </a:rPr>
              <a:t>Keyword boosting to capture brand names accurately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974DA5C-DFAD-06A0-8CF4-998320D0CEA9}"/>
              </a:ext>
            </a:extLst>
          </p:cNvPr>
          <p:cNvCxnSpPr>
            <a:cxnSpLocks/>
            <a:endCxn id="16" idx="0"/>
          </p:cNvCxnSpPr>
          <p:nvPr/>
        </p:nvCxnSpPr>
        <p:spPr>
          <a:xfrm rot="10800000" flipV="1">
            <a:off x="5036467" y="5404103"/>
            <a:ext cx="1155072" cy="526745"/>
          </a:xfrm>
          <a:prstGeom prst="bentConnector2">
            <a:avLst/>
          </a:prstGeom>
          <a:ln>
            <a:solidFill>
              <a:srgbClr val="00BF6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F872765-E626-8CD5-3501-C1EC8F06A29B}"/>
              </a:ext>
            </a:extLst>
          </p:cNvPr>
          <p:cNvSpPr/>
          <p:nvPr/>
        </p:nvSpPr>
        <p:spPr>
          <a:xfrm>
            <a:off x="4175044" y="5930849"/>
            <a:ext cx="1722845" cy="513801"/>
          </a:xfrm>
          <a:prstGeom prst="rect">
            <a:avLst/>
          </a:prstGeom>
          <a:noFill/>
          <a:ln w="9525">
            <a:solidFill>
              <a:srgbClr val="00BF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Outfit" panose="020B0604020202020204" charset="0"/>
              </a:rPr>
              <a:t>Action items surfaced to salesperson out of each conversation</a:t>
            </a:r>
          </a:p>
        </p:txBody>
      </p:sp>
    </p:spTree>
    <p:extLst>
      <p:ext uri="{BB962C8B-B14F-4D97-AF65-F5344CB8AC3E}">
        <p14:creationId xmlns:p14="http://schemas.microsoft.com/office/powerpoint/2010/main" val="225951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9">
          <a:extLst>
            <a:ext uri="{FF2B5EF4-FFF2-40B4-BE49-F238E27FC236}">
              <a16:creationId xmlns:a16="http://schemas.microsoft.com/office/drawing/2014/main" id="{2F82A317-736E-059F-DAF4-310EFFF9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2" title="DSC0229306.png">
            <a:extLst>
              <a:ext uri="{FF2B5EF4-FFF2-40B4-BE49-F238E27FC236}">
                <a16:creationId xmlns:a16="http://schemas.microsoft.com/office/drawing/2014/main" id="{83760928-C57E-CF23-885C-6DD2FF1A3AC8}"/>
              </a:ext>
            </a:extLst>
          </p:cNvPr>
          <p:cNvPicPr preferRelativeResize="0"/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-4500001">
            <a:off x="6588589" y="566723"/>
            <a:ext cx="6496549" cy="432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2">
            <a:extLst>
              <a:ext uri="{FF2B5EF4-FFF2-40B4-BE49-F238E27FC236}">
                <a16:creationId xmlns:a16="http://schemas.microsoft.com/office/drawing/2014/main" id="{5BAAFE15-DA98-0E80-0139-E3D652F55AEE}"/>
              </a:ext>
            </a:extLst>
          </p:cNvPr>
          <p:cNvSpPr/>
          <p:nvPr/>
        </p:nvSpPr>
        <p:spPr>
          <a:xfrm rot="5400000">
            <a:off x="446093" y="-750"/>
            <a:ext cx="687300" cy="688800"/>
          </a:xfrm>
          <a:prstGeom prst="rect">
            <a:avLst/>
          </a:prstGeom>
          <a:gradFill>
            <a:gsLst>
              <a:gs pos="0">
                <a:srgbClr val="15FF68"/>
              </a:gs>
              <a:gs pos="68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da"/>
              <a:ea typeface="Mada"/>
              <a:cs typeface="Mada"/>
              <a:sym typeface="Mada"/>
            </a:endParaRPr>
          </a:p>
        </p:txBody>
      </p:sp>
      <p:sp>
        <p:nvSpPr>
          <p:cNvPr id="1076" name="Google Shape;395;p33">
            <a:extLst>
              <a:ext uri="{FF2B5EF4-FFF2-40B4-BE49-F238E27FC236}">
                <a16:creationId xmlns:a16="http://schemas.microsoft.com/office/drawing/2014/main" id="{22CEED1D-2EC1-4C94-2C50-29457460C1FB}"/>
              </a:ext>
            </a:extLst>
          </p:cNvPr>
          <p:cNvSpPr txBox="1"/>
          <p:nvPr/>
        </p:nvSpPr>
        <p:spPr>
          <a:xfrm>
            <a:off x="384224" y="611100"/>
            <a:ext cx="11128071" cy="838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Case study (2/2) – Leading Consumer Durables Co.</a:t>
            </a:r>
            <a:br>
              <a:rPr lang="en-US" sz="1900" dirty="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</a:br>
            <a:r>
              <a:rPr lang="en-US" sz="1800" dirty="0">
                <a:solidFill>
                  <a:srgbClr val="00BF63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Custom dashboards to track pitch adherence, voice of customer insights </a:t>
            </a:r>
            <a:endParaRPr sz="1800" dirty="0">
              <a:solidFill>
                <a:srgbClr val="00BF63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BAB323-E798-68B5-055F-F9F3F6C089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239"/>
          <a:stretch>
            <a:fillRect/>
          </a:stretch>
        </p:blipFill>
        <p:spPr>
          <a:xfrm>
            <a:off x="427726" y="2287064"/>
            <a:ext cx="5323850" cy="4245259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22EB61-AA22-0525-6EC5-395316A16C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3440"/>
          <a:stretch>
            <a:fillRect/>
          </a:stretch>
        </p:blipFill>
        <p:spPr>
          <a:xfrm>
            <a:off x="6707006" y="2275192"/>
            <a:ext cx="4677273" cy="42094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00CFE36-3EFF-2914-AA4D-DD27A56B62DA}"/>
              </a:ext>
            </a:extLst>
          </p:cNvPr>
          <p:cNvSpPr/>
          <p:nvPr/>
        </p:nvSpPr>
        <p:spPr>
          <a:xfrm>
            <a:off x="530352" y="2377440"/>
            <a:ext cx="603791" cy="201168"/>
          </a:xfrm>
          <a:prstGeom prst="rect">
            <a:avLst/>
          </a:prstGeom>
          <a:solidFill>
            <a:srgbClr val="1C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B93CE4-23E8-1276-F50D-B78C4C6DF0BD}"/>
              </a:ext>
            </a:extLst>
          </p:cNvPr>
          <p:cNvSpPr/>
          <p:nvPr/>
        </p:nvSpPr>
        <p:spPr>
          <a:xfrm>
            <a:off x="6766560" y="2322576"/>
            <a:ext cx="603791" cy="201168"/>
          </a:xfrm>
          <a:prstGeom prst="rect">
            <a:avLst/>
          </a:prstGeom>
          <a:solidFill>
            <a:srgbClr val="1C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D83FD84C-DF86-F9C4-E364-B71E12A691C6}"/>
              </a:ext>
            </a:extLst>
          </p:cNvPr>
          <p:cNvSpPr/>
          <p:nvPr/>
        </p:nvSpPr>
        <p:spPr>
          <a:xfrm>
            <a:off x="447364" y="165248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CB7E"/>
                </a:solidFill>
                <a:latin typeface="Outfit" panose="020B0604020202020204" charset="0"/>
                <a:ea typeface="Georgia" pitchFamily="34" charset="-122"/>
                <a:cs typeface="Georgia" pitchFamily="34" charset="-120"/>
              </a:rPr>
              <a:t>Pitch adherence dashboard</a:t>
            </a:r>
            <a:endParaRPr lang="en-US" sz="1500" dirty="0">
              <a:latin typeface="Outfit" panose="020B0604020202020204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EB53DC6F-D84B-29A1-DABA-273B40B273DA}"/>
              </a:ext>
            </a:extLst>
          </p:cNvPr>
          <p:cNvSpPr/>
          <p:nvPr/>
        </p:nvSpPr>
        <p:spPr>
          <a:xfrm>
            <a:off x="447364" y="2018242"/>
            <a:ext cx="1051560" cy="0"/>
          </a:xfrm>
          <a:prstGeom prst="line">
            <a:avLst/>
          </a:prstGeom>
          <a:noFill/>
          <a:ln w="19050">
            <a:solidFill>
              <a:srgbClr val="2ECB7E"/>
            </a:solidFill>
            <a:prstDash val="solid"/>
          </a:ln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E608A206-D677-04EF-317D-F1C8B043A09A}"/>
              </a:ext>
            </a:extLst>
          </p:cNvPr>
          <p:cNvSpPr/>
          <p:nvPr/>
        </p:nvSpPr>
        <p:spPr>
          <a:xfrm>
            <a:off x="6707006" y="165248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CB7E"/>
                </a:solidFill>
                <a:latin typeface="Outfit" panose="020B0604020202020204" charset="0"/>
                <a:ea typeface="Georgia" pitchFamily="34" charset="-122"/>
                <a:cs typeface="Georgia" pitchFamily="34" charset="-120"/>
              </a:rPr>
              <a:t>Voice of Customer dashboard</a:t>
            </a:r>
            <a:endParaRPr lang="en-US" sz="1500" dirty="0">
              <a:latin typeface="Outfit" panose="020B0604020202020204" charset="0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B747DD33-FB9B-CB1D-AD5F-E7073106687A}"/>
              </a:ext>
            </a:extLst>
          </p:cNvPr>
          <p:cNvSpPr/>
          <p:nvPr/>
        </p:nvSpPr>
        <p:spPr>
          <a:xfrm>
            <a:off x="6707006" y="2018242"/>
            <a:ext cx="1051560" cy="0"/>
          </a:xfrm>
          <a:prstGeom prst="line">
            <a:avLst/>
          </a:prstGeom>
          <a:noFill/>
          <a:ln w="19050">
            <a:solidFill>
              <a:srgbClr val="2ECB7E"/>
            </a:solidFill>
            <a:prstDash val="solid"/>
          </a:ln>
        </p:spPr>
        <p:txBody>
          <a:bodyPr/>
          <a:lstStyle/>
          <a:p>
            <a:endParaRPr lang="en-US">
              <a:latin typeface="Outfi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196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5"/>
          <p:cNvSpPr/>
          <p:nvPr/>
        </p:nvSpPr>
        <p:spPr>
          <a:xfrm>
            <a:off x="6068125" y="1684975"/>
            <a:ext cx="3773400" cy="4266300"/>
          </a:xfrm>
          <a:prstGeom prst="roundRect">
            <a:avLst>
              <a:gd name="adj" fmla="val 2353"/>
            </a:avLst>
          </a:prstGeom>
          <a:solidFill>
            <a:srgbClr val="00BF63">
              <a:alpha val="10200"/>
            </a:srgbClr>
          </a:solidFill>
          <a:ln w="12700" cap="flat" cmpd="sng">
            <a:solidFill>
              <a:srgbClr val="00BF6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5"/>
          <p:cNvSpPr/>
          <p:nvPr/>
        </p:nvSpPr>
        <p:spPr>
          <a:xfrm rot="5400000">
            <a:off x="446093" y="-750"/>
            <a:ext cx="687300" cy="688800"/>
          </a:xfrm>
          <a:prstGeom prst="rect">
            <a:avLst/>
          </a:prstGeom>
          <a:gradFill>
            <a:gsLst>
              <a:gs pos="0">
                <a:srgbClr val="15FF68"/>
              </a:gs>
              <a:gs pos="68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da"/>
              <a:ea typeface="Mada"/>
              <a:cs typeface="Mada"/>
              <a:sym typeface="Mada"/>
            </a:endParaRPr>
          </a:p>
        </p:txBody>
      </p:sp>
      <p:sp>
        <p:nvSpPr>
          <p:cNvPr id="445" name="Google Shape;445;p35"/>
          <p:cNvSpPr/>
          <p:nvPr/>
        </p:nvSpPr>
        <p:spPr>
          <a:xfrm>
            <a:off x="2279300" y="2338849"/>
            <a:ext cx="2334900" cy="842700"/>
          </a:xfrm>
          <a:prstGeom prst="roundRect">
            <a:avLst>
              <a:gd name="adj" fmla="val 7619"/>
            </a:avLst>
          </a:prstGeom>
          <a:solidFill>
            <a:srgbClr val="002614"/>
          </a:solidFill>
          <a:ln>
            <a:noFill/>
          </a:ln>
        </p:spPr>
        <p:txBody>
          <a:bodyPr spcFirstLastPara="1" wrap="square" lIns="72950" tIns="36475" rIns="72950" bIns="364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5"/>
          <p:cNvSpPr/>
          <p:nvPr/>
        </p:nvSpPr>
        <p:spPr>
          <a:xfrm>
            <a:off x="2421980" y="2717632"/>
            <a:ext cx="160500" cy="160500"/>
          </a:xfrm>
          <a:prstGeom prst="ellipse">
            <a:avLst/>
          </a:prstGeom>
          <a:solidFill>
            <a:srgbClr val="7A7A7A"/>
          </a:solidFill>
          <a:ln>
            <a:noFill/>
          </a:ln>
        </p:spPr>
        <p:txBody>
          <a:bodyPr spcFirstLastPara="1" wrap="square" lIns="72950" tIns="36475" rIns="72950" bIns="364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36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35"/>
          <p:cNvSpPr/>
          <p:nvPr/>
        </p:nvSpPr>
        <p:spPr>
          <a:xfrm>
            <a:off x="2753539" y="2443628"/>
            <a:ext cx="17145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718"/>
              <a:buFont typeface="Roboto"/>
              <a:buNone/>
            </a:pPr>
            <a:r>
              <a:rPr lang="en-US" sz="718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CRM</a:t>
            </a:r>
            <a:endParaRPr sz="718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35"/>
          <p:cNvSpPr/>
          <p:nvPr/>
        </p:nvSpPr>
        <p:spPr>
          <a:xfrm>
            <a:off x="2753539" y="2705472"/>
            <a:ext cx="171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7"/>
              <a:buFont typeface="Calibri"/>
              <a:buNone/>
            </a:pPr>
            <a:endParaRPr sz="111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5"/>
          <p:cNvSpPr/>
          <p:nvPr/>
        </p:nvSpPr>
        <p:spPr>
          <a:xfrm>
            <a:off x="2279300" y="3396768"/>
            <a:ext cx="2334900" cy="842700"/>
          </a:xfrm>
          <a:prstGeom prst="roundRect">
            <a:avLst>
              <a:gd name="adj" fmla="val 7619"/>
            </a:avLst>
          </a:prstGeom>
          <a:solidFill>
            <a:srgbClr val="002614"/>
          </a:solidFill>
          <a:ln>
            <a:noFill/>
          </a:ln>
        </p:spPr>
        <p:txBody>
          <a:bodyPr spcFirstLastPara="1" wrap="square" lIns="72950" tIns="36475" rIns="72950" bIns="364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5"/>
          <p:cNvSpPr/>
          <p:nvPr/>
        </p:nvSpPr>
        <p:spPr>
          <a:xfrm>
            <a:off x="2421980" y="3803111"/>
            <a:ext cx="160500" cy="160500"/>
          </a:xfrm>
          <a:prstGeom prst="ellipse">
            <a:avLst/>
          </a:prstGeom>
          <a:solidFill>
            <a:srgbClr val="7A7A7A"/>
          </a:solidFill>
          <a:ln>
            <a:noFill/>
          </a:ln>
        </p:spPr>
        <p:txBody>
          <a:bodyPr spcFirstLastPara="1" wrap="square" lIns="72950" tIns="36475" rIns="72950" bIns="364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36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1" name="Google Shape;451;p35"/>
          <p:cNvSpPr/>
          <p:nvPr/>
        </p:nvSpPr>
        <p:spPr>
          <a:xfrm>
            <a:off x="2753539" y="3642599"/>
            <a:ext cx="17145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718"/>
              <a:buFont typeface="Roboto"/>
              <a:buNone/>
            </a:pPr>
            <a:r>
              <a:rPr lang="en-US" sz="718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EXTERNAL DATA</a:t>
            </a:r>
            <a:endParaRPr sz="718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2" name="Google Shape;452;p35"/>
          <p:cNvSpPr/>
          <p:nvPr/>
        </p:nvSpPr>
        <p:spPr>
          <a:xfrm>
            <a:off x="2753539" y="3725489"/>
            <a:ext cx="171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17"/>
              <a:buFont typeface="Roboto"/>
              <a:buNone/>
            </a:pPr>
            <a:r>
              <a:rPr lang="en-US" sz="1117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Sales &amp; industry data</a:t>
            </a:r>
            <a:endParaRPr sz="1117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453" name="Google Shape;453;p35"/>
          <p:cNvSpPr/>
          <p:nvPr/>
        </p:nvSpPr>
        <p:spPr>
          <a:xfrm>
            <a:off x="2279300" y="4488214"/>
            <a:ext cx="2334900" cy="842700"/>
          </a:xfrm>
          <a:prstGeom prst="roundRect">
            <a:avLst>
              <a:gd name="adj" fmla="val 7619"/>
            </a:avLst>
          </a:prstGeom>
          <a:solidFill>
            <a:srgbClr val="002614"/>
          </a:solidFill>
          <a:ln>
            <a:noFill/>
          </a:ln>
        </p:spPr>
        <p:txBody>
          <a:bodyPr spcFirstLastPara="1" wrap="square" lIns="72950" tIns="36475" rIns="72950" bIns="364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5"/>
          <p:cNvSpPr/>
          <p:nvPr/>
        </p:nvSpPr>
        <p:spPr>
          <a:xfrm>
            <a:off x="2421980" y="4818358"/>
            <a:ext cx="160500" cy="160500"/>
          </a:xfrm>
          <a:prstGeom prst="ellipse">
            <a:avLst/>
          </a:prstGeom>
          <a:solidFill>
            <a:srgbClr val="00D88B"/>
          </a:solidFill>
          <a:ln>
            <a:noFill/>
          </a:ln>
        </p:spPr>
        <p:txBody>
          <a:bodyPr spcFirstLastPara="1" wrap="square" lIns="72950" tIns="36475" rIns="72950" bIns="364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36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5" name="Google Shape;455;p35"/>
          <p:cNvSpPr/>
          <p:nvPr/>
        </p:nvSpPr>
        <p:spPr>
          <a:xfrm>
            <a:off x="2753539" y="4657846"/>
            <a:ext cx="17145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718"/>
              <a:buFont typeface="Roboto"/>
              <a:buNone/>
            </a:pPr>
            <a:r>
              <a:rPr lang="en-US" sz="718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FIELD INTELLIGENCE</a:t>
            </a:r>
            <a:endParaRPr sz="718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6" name="Google Shape;456;p35"/>
          <p:cNvSpPr/>
          <p:nvPr/>
        </p:nvSpPr>
        <p:spPr>
          <a:xfrm>
            <a:off x="2753539" y="4768716"/>
            <a:ext cx="171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17"/>
              <a:buFont typeface="Roboto"/>
              <a:buNone/>
            </a:pPr>
            <a:r>
              <a:rPr lang="en-US" sz="1117">
                <a:solidFill>
                  <a:srgbClr val="00BF63"/>
                </a:solidFill>
                <a:latin typeface="Outfit Medium"/>
                <a:ea typeface="Outfit Medium"/>
                <a:cs typeface="Outfit Medium"/>
                <a:sym typeface="Outfit Medium"/>
              </a:rPr>
              <a:t>Conversations on NeoCore</a:t>
            </a:r>
            <a:endParaRPr sz="1117">
              <a:solidFill>
                <a:srgbClr val="00BF63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cxnSp>
        <p:nvCxnSpPr>
          <p:cNvPr id="457" name="Google Shape;457;p35"/>
          <p:cNvCxnSpPr/>
          <p:nvPr/>
        </p:nvCxnSpPr>
        <p:spPr>
          <a:xfrm>
            <a:off x="4614029" y="2741825"/>
            <a:ext cx="1467000" cy="948000"/>
          </a:xfrm>
          <a:prstGeom prst="straightConnector1">
            <a:avLst/>
          </a:prstGeom>
          <a:noFill/>
          <a:ln w="12675" cap="flat" cmpd="sng">
            <a:solidFill>
              <a:srgbClr val="00422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8" name="Google Shape;458;p35"/>
          <p:cNvCxnSpPr/>
          <p:nvPr/>
        </p:nvCxnSpPr>
        <p:spPr>
          <a:xfrm>
            <a:off x="4614029" y="3894307"/>
            <a:ext cx="1454100" cy="0"/>
          </a:xfrm>
          <a:prstGeom prst="straightConnector1">
            <a:avLst/>
          </a:prstGeom>
          <a:noFill/>
          <a:ln w="12675" cap="flat" cmpd="sng">
            <a:solidFill>
              <a:srgbClr val="00422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9" name="Google Shape;459;p35"/>
          <p:cNvCxnSpPr>
            <a:cxnSpLocks/>
            <a:stCxn id="453" idx="3"/>
          </p:cNvCxnSpPr>
          <p:nvPr/>
        </p:nvCxnSpPr>
        <p:spPr>
          <a:xfrm flipV="1">
            <a:off x="4614200" y="4082825"/>
            <a:ext cx="1443429" cy="826739"/>
          </a:xfrm>
          <a:prstGeom prst="straightConnector1">
            <a:avLst/>
          </a:prstGeom>
          <a:noFill/>
          <a:ln w="12675" cap="flat" cmpd="sng">
            <a:solidFill>
              <a:srgbClr val="00422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0" name="Google Shape;460;p35"/>
          <p:cNvSpPr/>
          <p:nvPr/>
        </p:nvSpPr>
        <p:spPr>
          <a:xfrm>
            <a:off x="6358570" y="1942657"/>
            <a:ext cx="32226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D88B"/>
              </a:buClr>
              <a:buSzPts val="904"/>
              <a:buFont typeface="Roboto"/>
              <a:buNone/>
            </a:pPr>
            <a:r>
              <a:rPr lang="en-US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YOUR ANALYTICS</a:t>
            </a:r>
            <a:endParaRPr>
              <a:solidFill>
                <a:srgbClr val="00BF6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1" name="Google Shape;461;p35"/>
          <p:cNvSpPr/>
          <p:nvPr/>
        </p:nvSpPr>
        <p:spPr>
          <a:xfrm>
            <a:off x="6539474" y="2373375"/>
            <a:ext cx="28608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27"/>
              <a:buFont typeface="Roboto"/>
              <a:buNone/>
            </a:pPr>
            <a:r>
              <a:rPr lang="en-US" sz="1200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Customised dashboards</a:t>
            </a:r>
            <a:endParaRPr sz="1200">
              <a:solidFill>
                <a:srgbClr val="00BF6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2" name="Google Shape;462;p35"/>
          <p:cNvSpPr/>
          <p:nvPr/>
        </p:nvSpPr>
        <p:spPr>
          <a:xfrm>
            <a:off x="6539474" y="2607366"/>
            <a:ext cx="2860800" cy="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84"/>
              <a:buFont typeface="Roboto"/>
              <a:buNone/>
            </a:pPr>
            <a:r>
              <a:rPr lang="en-US" sz="12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Combine conversation intelligence with your sales and demand data to build the views your business actually needs.</a:t>
            </a:r>
            <a:endParaRPr sz="12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63" name="Google Shape;46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8587" y="3500736"/>
            <a:ext cx="2772600" cy="2163600"/>
          </a:xfrm>
          <a:prstGeom prst="roundRect">
            <a:avLst>
              <a:gd name="adj" fmla="val 8755"/>
            </a:avLst>
          </a:prstGeom>
          <a:noFill/>
          <a:ln>
            <a:noFill/>
          </a:ln>
          <a:effectLst>
            <a:outerShdw dist="76200" dir="3000000" algn="bl" rotWithShape="0">
              <a:srgbClr val="00BF63">
                <a:alpha val="50000"/>
              </a:srgbClr>
            </a:outerShdw>
          </a:effectLst>
        </p:spPr>
      </p:pic>
      <p:pic>
        <p:nvPicPr>
          <p:cNvPr id="464" name="Google Shape;464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6897" y="2715657"/>
            <a:ext cx="596230" cy="417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32769" y="2420042"/>
            <a:ext cx="897847" cy="262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25656" y="2769585"/>
            <a:ext cx="814802" cy="358174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5"/>
          <p:cNvSpPr/>
          <p:nvPr/>
        </p:nvSpPr>
        <p:spPr>
          <a:xfrm>
            <a:off x="9095820" y="1288841"/>
            <a:ext cx="25341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625" tIns="41300" rIns="82625" bIns="413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u="sng">
                <a:solidFill>
                  <a:srgbClr val="B7FFD1"/>
                </a:solidFill>
                <a:latin typeface="Outfit"/>
                <a:ea typeface="Outfit"/>
                <a:cs typeface="Outfit"/>
                <a:sym typeface="Outfit"/>
              </a:rPr>
              <a:t>/ ILLUSTRATION FOR SALES</a:t>
            </a:r>
            <a:endParaRPr sz="1000" u="sng">
              <a:solidFill>
                <a:srgbClr val="B7FFD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68" name="Google Shape;468;p35" title="DSC0229306.png"/>
          <p:cNvPicPr preferRelativeResize="0"/>
          <p:nvPr/>
        </p:nvPicPr>
        <p:blipFill>
          <a:blip r:embed="rId7">
            <a:alphaModFix amt="20000"/>
          </a:blip>
          <a:stretch>
            <a:fillRect/>
          </a:stretch>
        </p:blipFill>
        <p:spPr>
          <a:xfrm rot="-4500001">
            <a:off x="6588589" y="566723"/>
            <a:ext cx="6496549" cy="43299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5;p33">
            <a:extLst>
              <a:ext uri="{FF2B5EF4-FFF2-40B4-BE49-F238E27FC236}">
                <a16:creationId xmlns:a16="http://schemas.microsoft.com/office/drawing/2014/main" id="{60F471A9-EAB6-5075-F683-B94441FD3C03}"/>
              </a:ext>
            </a:extLst>
          </p:cNvPr>
          <p:cNvSpPr txBox="1"/>
          <p:nvPr/>
        </p:nvSpPr>
        <p:spPr>
          <a:xfrm>
            <a:off x="384224" y="611100"/>
            <a:ext cx="11128071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rPr>
              <a:t>API-first for seamless integration into your workflows</a:t>
            </a:r>
            <a:endParaRPr sz="1800" dirty="0">
              <a:solidFill>
                <a:srgbClr val="00BF63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36" title="nn.png"/>
          <p:cNvPicPr preferRelativeResize="0"/>
          <p:nvPr/>
        </p:nvPicPr>
        <p:blipFill rotWithShape="1">
          <a:blip r:embed="rId3">
            <a:alphaModFix/>
          </a:blip>
          <a:srcRect l="32692" t="38635" r="41705"/>
          <a:stretch/>
        </p:blipFill>
        <p:spPr>
          <a:xfrm>
            <a:off x="8786907" y="3450608"/>
            <a:ext cx="3121435" cy="4208401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6"/>
          <p:cNvSpPr/>
          <p:nvPr/>
        </p:nvSpPr>
        <p:spPr>
          <a:xfrm>
            <a:off x="800100" y="5755150"/>
            <a:ext cx="10799100" cy="425700"/>
          </a:xfrm>
          <a:prstGeom prst="roundRect">
            <a:avLst>
              <a:gd name="adj" fmla="val 50000"/>
            </a:avLst>
          </a:prstGeom>
          <a:noFill/>
          <a:ln w="16925" cap="flat" cmpd="sng">
            <a:solidFill>
              <a:srgbClr val="0042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Mada"/>
              <a:ea typeface="Mada"/>
              <a:cs typeface="Mada"/>
              <a:sym typeface="Mada"/>
            </a:endParaRPr>
          </a:p>
        </p:txBody>
      </p:sp>
      <p:sp>
        <p:nvSpPr>
          <p:cNvPr id="475" name="Google Shape;475;p36"/>
          <p:cNvSpPr txBox="1"/>
          <p:nvPr/>
        </p:nvSpPr>
        <p:spPr>
          <a:xfrm>
            <a:off x="1351078" y="5151698"/>
            <a:ext cx="22056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375" tIns="55175" rIns="110375" bIns="551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8" dirty="0">
                <a:solidFill>
                  <a:srgbClr val="B7FFD1"/>
                </a:solidFill>
                <a:latin typeface="Outfit"/>
                <a:ea typeface="Outfit"/>
                <a:cs typeface="Outfit"/>
                <a:sym typeface="Outfit"/>
              </a:rPr>
              <a:t>enterprise@neosapien.ai</a:t>
            </a:r>
            <a:endParaRPr sz="1328" dirty="0">
              <a:solidFill>
                <a:srgbClr val="B7FFD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6" name="Google Shape;476;p36"/>
          <p:cNvSpPr txBox="1"/>
          <p:nvPr/>
        </p:nvSpPr>
        <p:spPr>
          <a:xfrm>
            <a:off x="1351078" y="4612803"/>
            <a:ext cx="3465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375" tIns="55175" rIns="110375" bIns="551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77" b="1">
                <a:solidFill>
                  <a:srgbClr val="B7FFD1"/>
                </a:solidFill>
                <a:latin typeface="Outfit"/>
                <a:ea typeface="Outfit"/>
                <a:cs typeface="Outfit"/>
                <a:sym typeface="Outfit"/>
              </a:rPr>
              <a:t>Prashanth</a:t>
            </a:r>
            <a:endParaRPr sz="2777" b="1">
              <a:solidFill>
                <a:srgbClr val="B7FFD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77" name="Google Shape;477;p36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>
            <a:off x="1100975" y="5184882"/>
            <a:ext cx="249469" cy="249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6" title="neosapien-logo-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4787" y="5571225"/>
            <a:ext cx="1410725" cy="793549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6"/>
          <p:cNvSpPr/>
          <p:nvPr/>
        </p:nvSpPr>
        <p:spPr>
          <a:xfrm>
            <a:off x="800100" y="2073900"/>
            <a:ext cx="10054641" cy="45077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rgbClr val="15FF68"/>
                    </a:gs>
                    <a:gs pos="100000">
                      <a:srgbClr val="E0FFEB"/>
                    </a:gs>
                  </a:gsLst>
                  <a:lin ang="2698631" scaled="0"/>
                </a:gradFill>
                <a:latin typeface="Inter"/>
              </a:rPr>
              <a:t>Take the leap into conversational intelligence</a:t>
            </a:r>
          </a:p>
        </p:txBody>
      </p:sp>
      <p:pic>
        <p:nvPicPr>
          <p:cNvPr id="481" name="Google Shape;481;p36"/>
          <p:cNvPicPr preferRelativeResize="0"/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1100975" y="4757531"/>
            <a:ext cx="249468" cy="249468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6"/>
          <p:cNvSpPr/>
          <p:nvPr/>
        </p:nvSpPr>
        <p:spPr>
          <a:xfrm rot="5400000">
            <a:off x="446093" y="-750"/>
            <a:ext cx="687300" cy="688800"/>
          </a:xfrm>
          <a:prstGeom prst="rect">
            <a:avLst/>
          </a:prstGeom>
          <a:gradFill>
            <a:gsLst>
              <a:gs pos="0">
                <a:srgbClr val="15FF68"/>
              </a:gs>
              <a:gs pos="68000">
                <a:srgbClr val="0C0C0C">
                  <a:alpha val="0"/>
                </a:srgbClr>
              </a:gs>
              <a:gs pos="100000">
                <a:srgbClr val="0C0C0C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ada"/>
              <a:ea typeface="Mada"/>
              <a:cs typeface="Mada"/>
              <a:sym typeface="Mada"/>
            </a:endParaRPr>
          </a:p>
        </p:txBody>
      </p:sp>
      <p:cxnSp>
        <p:nvCxnSpPr>
          <p:cNvPr id="483" name="Google Shape;483;p36"/>
          <p:cNvCxnSpPr/>
          <p:nvPr/>
        </p:nvCxnSpPr>
        <p:spPr>
          <a:xfrm rot="10800000">
            <a:off x="840200" y="2650049"/>
            <a:ext cx="2917800" cy="0"/>
          </a:xfrm>
          <a:prstGeom prst="straightConnector1">
            <a:avLst/>
          </a:prstGeom>
          <a:noFill/>
          <a:ln w="28575" cap="flat" cmpd="sng">
            <a:solidFill>
              <a:srgbClr val="00422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7bd1f64-4ecb-43d7-94b5-4669091ae21c}" enabled="1" method="Privileged" siteId="{72b17115-9915-42c0-9f1b-4f98e5a4bcd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1940</TotalTime>
  <Words>1420</Words>
  <Application>Microsoft Office PowerPoint</Application>
  <PresentationFormat>Widescreen</PresentationFormat>
  <Paragraphs>237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Georgia</vt:lpstr>
      <vt:lpstr>Outfit</vt:lpstr>
      <vt:lpstr>Inter</vt:lpstr>
      <vt:lpstr>Roboto</vt:lpstr>
      <vt:lpstr>Outfit SemiBold</vt:lpstr>
      <vt:lpstr>Outfit Medium</vt:lpstr>
      <vt:lpstr>Outfit ExtraBold</vt:lpstr>
      <vt:lpstr>Calibri</vt:lpstr>
      <vt:lpstr>Mada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S, Prashanth</dc:creator>
  <cp:lastModifiedBy>S, Prashanth</cp:lastModifiedBy>
  <cp:revision>18</cp:revision>
  <dcterms:modified xsi:type="dcterms:W3CDTF">2026-07-30T07:51:32Z</dcterms:modified>
</cp:coreProperties>
</file>